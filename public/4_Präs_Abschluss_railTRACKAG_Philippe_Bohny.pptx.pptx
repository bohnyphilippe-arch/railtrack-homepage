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07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942E829-2E58-4E5C-AD93-607A74D48517}">
          <p14:sldIdLst>
            <p14:sldId id="256"/>
            <p14:sldId id="307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Zusätzliche Folien" id="{8D093049-9116-4279-9535-A5A95F95E1C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DDDDDD"/>
    <a:srgbClr val="D50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61A32-BB05-4EE7-BF19-FC562DFA835E}" v="45" dt="2025-12-08T19:55:18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7" autoAdjust="0"/>
    <p:restoredTop sz="74199" autoAdjust="0"/>
  </p:normalViewPr>
  <p:slideViewPr>
    <p:cSldViewPr snapToGrid="0">
      <p:cViewPr>
        <p:scale>
          <a:sx n="66" d="100"/>
          <a:sy n="66" d="100"/>
        </p:scale>
        <p:origin x="379" y="350"/>
      </p:cViewPr>
      <p:guideLst>
        <p:guide orient="horz" pos="2160"/>
        <p:guide pos="1028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ohny" userId="f92dccc7a0284954" providerId="LiveId" clId="{2983EDA5-C7F6-43B9-B942-A6BA0FA4DD30}"/>
    <pc:docChg chg="undo custSel addSld delSld modSld sldOrd addSection modSection">
      <pc:chgData name="Philippe Bohny" userId="f92dccc7a0284954" providerId="LiveId" clId="{2983EDA5-C7F6-43B9-B942-A6BA0FA4DD30}" dt="2025-05-14T14:19:50.021" v="1631"/>
      <pc:docMkLst>
        <pc:docMk/>
      </pc:docMkLst>
      <pc:sldChg chg="delSp modSp mod">
        <pc:chgData name="Philippe Bohny" userId="f92dccc7a0284954" providerId="LiveId" clId="{2983EDA5-C7F6-43B9-B942-A6BA0FA4DD30}" dt="2025-05-12T18:31:23.281" v="72" actId="20577"/>
        <pc:sldMkLst>
          <pc:docMk/>
          <pc:sldMk cId="1592927749" sldId="256"/>
        </pc:sldMkLst>
      </pc:sldChg>
      <pc:sldChg chg="addSp modSp mod modAnim modNotesTx">
        <pc:chgData name="Philippe Bohny" userId="f92dccc7a0284954" providerId="LiveId" clId="{2983EDA5-C7F6-43B9-B942-A6BA0FA4DD30}" dt="2025-05-14T09:41:30.323" v="1251" actId="6549"/>
        <pc:sldMkLst>
          <pc:docMk/>
          <pc:sldMk cId="4257759058" sldId="257"/>
        </pc:sldMkLst>
      </pc:sldChg>
      <pc:sldChg chg="del">
        <pc:chgData name="Philippe Bohny" userId="f92dccc7a0284954" providerId="LiveId" clId="{2983EDA5-C7F6-43B9-B942-A6BA0FA4DD30}" dt="2025-05-12T19:03:23.929" v="1247" actId="47"/>
        <pc:sldMkLst>
          <pc:docMk/>
          <pc:sldMk cId="135835480" sldId="265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1672120511" sldId="266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3245007264" sldId="270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604929794" sldId="271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2706774091" sldId="272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3560768423" sldId="273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3871815053" sldId="274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1285761081" sldId="275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860800596" sldId="276"/>
        </pc:sldMkLst>
      </pc:sldChg>
      <pc:sldChg chg="del">
        <pc:chgData name="Philippe Bohny" userId="f92dccc7a0284954" providerId="LiveId" clId="{2983EDA5-C7F6-43B9-B942-A6BA0FA4DD30}" dt="2025-05-12T18:35:04.856" v="117" actId="47"/>
        <pc:sldMkLst>
          <pc:docMk/>
          <pc:sldMk cId="618567726" sldId="277"/>
        </pc:sldMkLst>
      </pc:sldChg>
      <pc:sldChg chg="del">
        <pc:chgData name="Philippe Bohny" userId="f92dccc7a0284954" providerId="LiveId" clId="{2983EDA5-C7F6-43B9-B942-A6BA0FA4DD30}" dt="2025-05-12T19:03:21.621" v="1246" actId="47"/>
        <pc:sldMkLst>
          <pc:docMk/>
          <pc:sldMk cId="2482425483" sldId="278"/>
        </pc:sldMkLst>
      </pc:sldChg>
      <pc:sldChg chg="modSp new mod">
        <pc:chgData name="Philippe Bohny" userId="f92dccc7a0284954" providerId="LiveId" clId="{2983EDA5-C7F6-43B9-B942-A6BA0FA4DD30}" dt="2025-05-12T18:37:33.875" v="142"/>
        <pc:sldMkLst>
          <pc:docMk/>
          <pc:sldMk cId="3182185396" sldId="279"/>
        </pc:sldMkLst>
      </pc:sldChg>
      <pc:sldChg chg="addSp delSp modSp new mod modAnim modNotesTx">
        <pc:chgData name="Philippe Bohny" userId="f92dccc7a0284954" providerId="LiveId" clId="{2983EDA5-C7F6-43B9-B942-A6BA0FA4DD30}" dt="2025-05-14T14:15:13.546" v="1629" actId="6549"/>
        <pc:sldMkLst>
          <pc:docMk/>
          <pc:sldMk cId="1892495770" sldId="280"/>
        </pc:sldMkLst>
      </pc:sldChg>
      <pc:sldChg chg="addSp modSp add del mod">
        <pc:chgData name="Philippe Bohny" userId="f92dccc7a0284954" providerId="LiveId" clId="{2983EDA5-C7F6-43B9-B942-A6BA0FA4DD30}" dt="2025-05-14T14:02:00.509" v="1465" actId="47"/>
        <pc:sldMkLst>
          <pc:docMk/>
          <pc:sldMk cId="1133542053" sldId="281"/>
        </pc:sldMkLst>
      </pc:sldChg>
      <pc:sldChg chg="addSp delSp modSp new mod ord">
        <pc:chgData name="Philippe Bohny" userId="f92dccc7a0284954" providerId="LiveId" clId="{2983EDA5-C7F6-43B9-B942-A6BA0FA4DD30}" dt="2025-05-14T14:09:43.606" v="1605"/>
        <pc:sldMkLst>
          <pc:docMk/>
          <pc:sldMk cId="201068400" sldId="282"/>
        </pc:sldMkLst>
      </pc:sldChg>
      <pc:sldChg chg="addSp delSp modSp new mod ord">
        <pc:chgData name="Philippe Bohny" userId="f92dccc7a0284954" providerId="LiveId" clId="{2983EDA5-C7F6-43B9-B942-A6BA0FA4DD30}" dt="2025-05-14T14:10:05.543" v="1609"/>
        <pc:sldMkLst>
          <pc:docMk/>
          <pc:sldMk cId="1896156717" sldId="283"/>
        </pc:sldMkLst>
      </pc:sldChg>
      <pc:sldChg chg="modSp add mod ord">
        <pc:chgData name="Philippe Bohny" userId="f92dccc7a0284954" providerId="LiveId" clId="{2983EDA5-C7F6-43B9-B942-A6BA0FA4DD30}" dt="2025-05-14T14:09:43.606" v="1605"/>
        <pc:sldMkLst>
          <pc:docMk/>
          <pc:sldMk cId="3532588353" sldId="284"/>
        </pc:sldMkLst>
      </pc:sldChg>
      <pc:sldChg chg="modSp new mod modAnim">
        <pc:chgData name="Philippe Bohny" userId="f92dccc7a0284954" providerId="LiveId" clId="{2983EDA5-C7F6-43B9-B942-A6BA0FA4DD30}" dt="2025-05-14T14:15:02.067" v="1628"/>
        <pc:sldMkLst>
          <pc:docMk/>
          <pc:sldMk cId="2938712380" sldId="285"/>
        </pc:sldMkLst>
      </pc:sldChg>
      <pc:sldChg chg="modSp new mod ord modAnim">
        <pc:chgData name="Philippe Bohny" userId="f92dccc7a0284954" providerId="LiveId" clId="{2983EDA5-C7F6-43B9-B942-A6BA0FA4DD30}" dt="2025-05-14T14:09:46.669" v="1607"/>
        <pc:sldMkLst>
          <pc:docMk/>
          <pc:sldMk cId="2763801488" sldId="286"/>
        </pc:sldMkLst>
      </pc:sldChg>
      <pc:sldChg chg="modSp new mod modAnim">
        <pc:chgData name="Philippe Bohny" userId="f92dccc7a0284954" providerId="LiveId" clId="{2983EDA5-C7F6-43B9-B942-A6BA0FA4DD30}" dt="2025-05-14T14:07:41.384" v="1567"/>
        <pc:sldMkLst>
          <pc:docMk/>
          <pc:sldMk cId="4085982620" sldId="287"/>
        </pc:sldMkLst>
      </pc:sldChg>
      <pc:sldChg chg="modSp new mod modAnim">
        <pc:chgData name="Philippe Bohny" userId="f92dccc7a0284954" providerId="LiveId" clId="{2983EDA5-C7F6-43B9-B942-A6BA0FA4DD30}" dt="2025-05-14T14:12:55.559" v="1611" actId="27636"/>
        <pc:sldMkLst>
          <pc:docMk/>
          <pc:sldMk cId="1538041238" sldId="288"/>
        </pc:sldMkLst>
      </pc:sldChg>
      <pc:sldChg chg="modSp new mod modAnim">
        <pc:chgData name="Philippe Bohny" userId="f92dccc7a0284954" providerId="LiveId" clId="{2983EDA5-C7F6-43B9-B942-A6BA0FA4DD30}" dt="2025-05-14T14:09:23.318" v="1602"/>
        <pc:sldMkLst>
          <pc:docMk/>
          <pc:sldMk cId="171830957" sldId="289"/>
        </pc:sldMkLst>
      </pc:sldChg>
      <pc:sldChg chg="addSp delSp modSp new">
        <pc:chgData name="Philippe Bohny" userId="f92dccc7a0284954" providerId="LiveId" clId="{2983EDA5-C7F6-43B9-B942-A6BA0FA4DD30}" dt="2025-05-14T14:19:50.021" v="1631"/>
        <pc:sldMkLst>
          <pc:docMk/>
          <pc:sldMk cId="84199978" sldId="290"/>
        </pc:sldMkLst>
      </pc:sldChg>
      <pc:sldChg chg="modSp new del mod">
        <pc:chgData name="Philippe Bohny" userId="f92dccc7a0284954" providerId="LiveId" clId="{2983EDA5-C7F6-43B9-B942-A6BA0FA4DD30}" dt="2025-05-14T14:04:03.486" v="1494" actId="2696"/>
        <pc:sldMkLst>
          <pc:docMk/>
          <pc:sldMk cId="1077099083" sldId="290"/>
        </pc:sldMkLst>
      </pc:sldChg>
    </pc:docChg>
  </pc:docChgLst>
  <pc:docChgLst>
    <pc:chgData name="Philippe Bohny" userId="f92dccc7a0284954" providerId="LiveId" clId="{A9F0B4B2-C39C-4950-8E79-D8F2D1883634}"/>
    <pc:docChg chg="undo redo custSel addSld delSld modSld modSection">
      <pc:chgData name="Philippe Bohny" userId="f92dccc7a0284954" providerId="LiveId" clId="{A9F0B4B2-C39C-4950-8E79-D8F2D1883634}" dt="2025-09-12T15:16:26.441" v="867" actId="6549"/>
      <pc:docMkLst>
        <pc:docMk/>
      </pc:docMkLst>
      <pc:sldChg chg="modSp mod modNotesTx">
        <pc:chgData name="Philippe Bohny" userId="f92dccc7a0284954" providerId="LiveId" clId="{A9F0B4B2-C39C-4950-8E79-D8F2D1883634}" dt="2025-09-05T10:02:15.976" v="423"/>
        <pc:sldMkLst>
          <pc:docMk/>
          <pc:sldMk cId="1592927749" sldId="256"/>
        </pc:sldMkLst>
      </pc:sldChg>
      <pc:sldChg chg="modSp mod modNotesTx">
        <pc:chgData name="Philippe Bohny" userId="f92dccc7a0284954" providerId="LiveId" clId="{A9F0B4B2-C39C-4950-8E79-D8F2D1883634}" dt="2025-09-12T15:16:26.441" v="867" actId="6549"/>
        <pc:sldMkLst>
          <pc:docMk/>
          <pc:sldMk cId="4257759058" sldId="257"/>
        </pc:sldMkLst>
      </pc:sldChg>
      <pc:sldChg chg="del">
        <pc:chgData name="Philippe Bohny" userId="f92dccc7a0284954" providerId="LiveId" clId="{A9F0B4B2-C39C-4950-8E79-D8F2D1883634}" dt="2025-09-04T15:31:49.344" v="208" actId="2696"/>
        <pc:sldMkLst>
          <pc:docMk/>
          <pc:sldMk cId="3182185396" sldId="279"/>
        </pc:sldMkLst>
      </pc:sldChg>
      <pc:sldChg chg="modSp mod modNotesTx">
        <pc:chgData name="Philippe Bohny" userId="f92dccc7a0284954" providerId="LiveId" clId="{A9F0B4B2-C39C-4950-8E79-D8F2D1883634}" dt="2025-09-05T10:49:00.450" v="430"/>
        <pc:sldMkLst>
          <pc:docMk/>
          <pc:sldMk cId="4009428331" sldId="292"/>
        </pc:sldMkLst>
      </pc:sldChg>
      <pc:sldChg chg="modSp del mod">
        <pc:chgData name="Philippe Bohny" userId="f92dccc7a0284954" providerId="LiveId" clId="{A9F0B4B2-C39C-4950-8E79-D8F2D1883634}" dt="2025-09-04T15:37:44.438" v="221" actId="2696"/>
        <pc:sldMkLst>
          <pc:docMk/>
          <pc:sldMk cId="2981890412" sldId="293"/>
        </pc:sldMkLst>
      </pc:sldChg>
      <pc:sldChg chg="modSp mod modNotesTx">
        <pc:chgData name="Philippe Bohny" userId="f92dccc7a0284954" providerId="LiveId" clId="{A9F0B4B2-C39C-4950-8E79-D8F2D1883634}" dt="2025-09-05T10:49:47.397" v="431"/>
        <pc:sldMkLst>
          <pc:docMk/>
          <pc:sldMk cId="2290380467" sldId="294"/>
        </pc:sldMkLst>
      </pc:sldChg>
      <pc:sldChg chg="del">
        <pc:chgData name="Philippe Bohny" userId="f92dccc7a0284954" providerId="LiveId" clId="{A9F0B4B2-C39C-4950-8E79-D8F2D1883634}" dt="2025-09-04T15:38:36.526" v="231" actId="2696"/>
        <pc:sldMkLst>
          <pc:docMk/>
          <pc:sldMk cId="2704047223" sldId="295"/>
        </pc:sldMkLst>
      </pc:sldChg>
      <pc:sldChg chg="modSp mod modNotesTx">
        <pc:chgData name="Philippe Bohny" userId="f92dccc7a0284954" providerId="LiveId" clId="{A9F0B4B2-C39C-4950-8E79-D8F2D1883634}" dt="2025-09-05T10:48:21.974" v="428"/>
        <pc:sldMkLst>
          <pc:docMk/>
          <pc:sldMk cId="1726679934" sldId="296"/>
        </pc:sldMkLst>
      </pc:sldChg>
      <pc:sldChg chg="del">
        <pc:chgData name="Philippe Bohny" userId="f92dccc7a0284954" providerId="LiveId" clId="{A9F0B4B2-C39C-4950-8E79-D8F2D1883634}" dt="2025-09-04T15:30:29.040" v="189" actId="2696"/>
        <pc:sldMkLst>
          <pc:docMk/>
          <pc:sldMk cId="3732546734" sldId="297"/>
        </pc:sldMkLst>
      </pc:sldChg>
      <pc:sldChg chg="modSp mod modNotesTx">
        <pc:chgData name="Philippe Bohny" userId="f92dccc7a0284954" providerId="LiveId" clId="{A9F0B4B2-C39C-4950-8E79-D8F2D1883634}" dt="2025-09-05T10:03:03.701" v="426"/>
        <pc:sldMkLst>
          <pc:docMk/>
          <pc:sldMk cId="4294467350" sldId="298"/>
        </pc:sldMkLst>
      </pc:sldChg>
      <pc:sldChg chg="modSp add mod modNotesTx">
        <pc:chgData name="Philippe Bohny" userId="f92dccc7a0284954" providerId="LiveId" clId="{A9F0B4B2-C39C-4950-8E79-D8F2D1883634}" dt="2025-09-05T10:49:58.157" v="432"/>
        <pc:sldMkLst>
          <pc:docMk/>
          <pc:sldMk cId="678324893" sldId="299"/>
        </pc:sldMkLst>
      </pc:sldChg>
      <pc:sldChg chg="del">
        <pc:chgData name="Philippe Bohny" userId="f92dccc7a0284954" providerId="LiveId" clId="{A9F0B4B2-C39C-4950-8E79-D8F2D1883634}" dt="2025-09-04T15:38:33.521" v="230" actId="2696"/>
        <pc:sldMkLst>
          <pc:docMk/>
          <pc:sldMk cId="677759600" sldId="300"/>
        </pc:sldMkLst>
      </pc:sldChg>
      <pc:sldChg chg="modSp add mod modNotesTx">
        <pc:chgData name="Philippe Bohny" userId="f92dccc7a0284954" providerId="LiveId" clId="{A9F0B4B2-C39C-4950-8E79-D8F2D1883634}" dt="2025-09-05T10:50:08.840" v="433"/>
        <pc:sldMkLst>
          <pc:docMk/>
          <pc:sldMk cId="2296754572" sldId="300"/>
        </pc:sldMkLst>
      </pc:sldChg>
      <pc:sldChg chg="modSp add mod modNotesTx">
        <pc:chgData name="Philippe Bohny" userId="f92dccc7a0284954" providerId="LiveId" clId="{A9F0B4B2-C39C-4950-8E79-D8F2D1883634}" dt="2025-09-05T10:50:19.911" v="434"/>
        <pc:sldMkLst>
          <pc:docMk/>
          <pc:sldMk cId="1276256268" sldId="301"/>
        </pc:sldMkLst>
      </pc:sldChg>
      <pc:sldChg chg="modSp add mod modNotesTx">
        <pc:chgData name="Philippe Bohny" userId="f92dccc7a0284954" providerId="LiveId" clId="{A9F0B4B2-C39C-4950-8E79-D8F2D1883634}" dt="2025-09-05T10:50:34.615" v="435"/>
        <pc:sldMkLst>
          <pc:docMk/>
          <pc:sldMk cId="1390209489" sldId="302"/>
        </pc:sldMkLst>
      </pc:sldChg>
      <pc:sldChg chg="modSp add mod modNotesTx">
        <pc:chgData name="Philippe Bohny" userId="f92dccc7a0284954" providerId="LiveId" clId="{A9F0B4B2-C39C-4950-8E79-D8F2D1883634}" dt="2025-09-05T10:50:58.377" v="437"/>
        <pc:sldMkLst>
          <pc:docMk/>
          <pc:sldMk cId="4070537669" sldId="303"/>
        </pc:sldMkLst>
      </pc:sldChg>
      <pc:sldChg chg="modSp add mod modNotesTx">
        <pc:chgData name="Philippe Bohny" userId="f92dccc7a0284954" providerId="LiveId" clId="{A9F0B4B2-C39C-4950-8E79-D8F2D1883634}" dt="2025-09-05T10:54:12.274" v="583" actId="20577"/>
        <pc:sldMkLst>
          <pc:docMk/>
          <pc:sldMk cId="2561288625" sldId="304"/>
        </pc:sldMkLst>
      </pc:sldChg>
      <pc:sldChg chg="addSp delSp modSp new mod modNotesTx">
        <pc:chgData name="Philippe Bohny" userId="f92dccc7a0284954" providerId="LiveId" clId="{A9F0B4B2-C39C-4950-8E79-D8F2D1883634}" dt="2025-09-05T10:50:46.351" v="436"/>
        <pc:sldMkLst>
          <pc:docMk/>
          <pc:sldMk cId="1688930014" sldId="305"/>
        </pc:sldMkLst>
      </pc:sldChg>
      <pc:sldChg chg="addSp delSp modSp add mod">
        <pc:chgData name="Philippe Bohny" userId="f92dccc7a0284954" providerId="LiveId" clId="{A9F0B4B2-C39C-4950-8E79-D8F2D1883634}" dt="2025-09-07T10:54:05.643" v="865" actId="14100"/>
        <pc:sldMkLst>
          <pc:docMk/>
          <pc:sldMk cId="2812815060" sldId="306"/>
        </pc:sldMkLst>
      </pc:sldChg>
    </pc:docChg>
  </pc:docChgLst>
  <pc:docChgLst>
    <pc:chgData name="Philippe Bohny" userId="f92dccc7a0284954" providerId="LiveId" clId="{9A62D541-6E45-471B-83E3-DB20FE9C5930}"/>
    <pc:docChg chg="undo custSel addSld delSld modSld sldOrd">
      <pc:chgData name="Philippe Bohny" userId="f92dccc7a0284954" providerId="LiveId" clId="{9A62D541-6E45-471B-83E3-DB20FE9C5930}" dt="2025-05-10T10:21:52" v="978" actId="20577"/>
      <pc:docMkLst>
        <pc:docMk/>
      </pc:docMkLst>
      <pc:sldChg chg="addSp modSp mod">
        <pc:chgData name="Philippe Bohny" userId="f92dccc7a0284954" providerId="LiveId" clId="{9A62D541-6E45-471B-83E3-DB20FE9C5930}" dt="2025-05-10T10:21:25.856" v="975" actId="1076"/>
        <pc:sldMkLst>
          <pc:docMk/>
          <pc:sldMk cId="1592927749" sldId="256"/>
        </pc:sldMkLst>
      </pc:sldChg>
      <pc:sldChg chg="modSp modAnim">
        <pc:chgData name="Philippe Bohny" userId="f92dccc7a0284954" providerId="LiveId" clId="{9A62D541-6E45-471B-83E3-DB20FE9C5930}" dt="2025-05-06T16:37:32.003" v="788"/>
        <pc:sldMkLst>
          <pc:docMk/>
          <pc:sldMk cId="4257759058" sldId="257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1596190588" sldId="258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2917326231" sldId="259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4122792485" sldId="260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2692817041" sldId="261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2170633924" sldId="262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375253117" sldId="264"/>
        </pc:sldMkLst>
      </pc:sldChg>
      <pc:sldChg chg="modSp mod">
        <pc:chgData name="Philippe Bohny" userId="f92dccc7a0284954" providerId="LiveId" clId="{9A62D541-6E45-471B-83E3-DB20FE9C5930}" dt="2025-05-06T15:52:45.321" v="780"/>
        <pc:sldMkLst>
          <pc:docMk/>
          <pc:sldMk cId="135835480" sldId="265"/>
        </pc:sldMkLst>
      </pc:sldChg>
      <pc:sldChg chg="addSp delSp modSp new mod ord">
        <pc:chgData name="Philippe Bohny" userId="f92dccc7a0284954" providerId="LiveId" clId="{9A62D541-6E45-471B-83E3-DB20FE9C5930}" dt="2025-05-05T18:21:01.543" v="257"/>
        <pc:sldMkLst>
          <pc:docMk/>
          <pc:sldMk cId="1672120511" sldId="266"/>
        </pc:sldMkLst>
      </pc:sldChg>
      <pc:sldChg chg="addSp delSp modSp new del mod">
        <pc:chgData name="Philippe Bohny" userId="f92dccc7a0284954" providerId="LiveId" clId="{9A62D541-6E45-471B-83E3-DB20FE9C5930}" dt="2025-05-10T10:04:15.969" v="957" actId="47"/>
        <pc:sldMkLst>
          <pc:docMk/>
          <pc:sldMk cId="2938338186" sldId="267"/>
        </pc:sldMkLst>
      </pc:sldChg>
      <pc:sldChg chg="addSp delSp modSp new del mod">
        <pc:chgData name="Philippe Bohny" userId="f92dccc7a0284954" providerId="LiveId" clId="{9A62D541-6E45-471B-83E3-DB20FE9C5930}" dt="2025-05-10T10:04:14.822" v="956" actId="47"/>
        <pc:sldMkLst>
          <pc:docMk/>
          <pc:sldMk cId="1834307028" sldId="268"/>
        </pc:sldMkLst>
      </pc:sldChg>
      <pc:sldChg chg="addSp modSp new del mod ord">
        <pc:chgData name="Philippe Bohny" userId="f92dccc7a0284954" providerId="LiveId" clId="{9A62D541-6E45-471B-83E3-DB20FE9C5930}" dt="2025-05-10T10:04:17.933" v="958" actId="47"/>
        <pc:sldMkLst>
          <pc:docMk/>
          <pc:sldMk cId="1348000459" sldId="269"/>
        </pc:sldMkLst>
      </pc:sldChg>
      <pc:sldChg chg="addSp delSp modSp new mod modNotesTx">
        <pc:chgData name="Philippe Bohny" userId="f92dccc7a0284954" providerId="LiveId" clId="{9A62D541-6E45-471B-83E3-DB20FE9C5930}" dt="2025-05-10T10:21:52" v="978" actId="20577"/>
        <pc:sldMkLst>
          <pc:docMk/>
          <pc:sldMk cId="3245007264" sldId="270"/>
        </pc:sldMkLst>
      </pc:sldChg>
      <pc:sldChg chg="modSp new mod modAnim">
        <pc:chgData name="Philippe Bohny" userId="f92dccc7a0284954" providerId="LiveId" clId="{9A62D541-6E45-471B-83E3-DB20FE9C5930}" dt="2025-05-06T16:42:46.942" v="791"/>
        <pc:sldMkLst>
          <pc:docMk/>
          <pc:sldMk cId="604929794" sldId="271"/>
        </pc:sldMkLst>
      </pc:sldChg>
      <pc:sldChg chg="addSp delSp modSp new mod ord modAnim">
        <pc:chgData name="Philippe Bohny" userId="f92dccc7a0284954" providerId="LiveId" clId="{9A62D541-6E45-471B-83E3-DB20FE9C5930}" dt="2025-05-06T16:45:40.269" v="816"/>
        <pc:sldMkLst>
          <pc:docMk/>
          <pc:sldMk cId="2706774091" sldId="272"/>
        </pc:sldMkLst>
      </pc:sldChg>
      <pc:sldChg chg="modSp new mod modAnim">
        <pc:chgData name="Philippe Bohny" userId="f92dccc7a0284954" providerId="LiveId" clId="{9A62D541-6E45-471B-83E3-DB20FE9C5930}" dt="2025-05-06T16:43:48.375" v="798"/>
        <pc:sldMkLst>
          <pc:docMk/>
          <pc:sldMk cId="3560768423" sldId="273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3064600375" sldId="274"/>
        </pc:sldMkLst>
      </pc:sldChg>
      <pc:sldChg chg="addSp delSp modSp new mod modAnim">
        <pc:chgData name="Philippe Bohny" userId="f92dccc7a0284954" providerId="LiveId" clId="{9A62D541-6E45-471B-83E3-DB20FE9C5930}" dt="2025-05-06T16:44:42.500" v="803"/>
        <pc:sldMkLst>
          <pc:docMk/>
          <pc:sldMk cId="3871815053" sldId="274"/>
        </pc:sldMkLst>
      </pc:sldChg>
      <pc:sldChg chg="modSp new mod">
        <pc:chgData name="Philippe Bohny" userId="f92dccc7a0284954" providerId="LiveId" clId="{9A62D541-6E45-471B-83E3-DB20FE9C5930}" dt="2025-05-10T07:35:47.572" v="934" actId="27636"/>
        <pc:sldMkLst>
          <pc:docMk/>
          <pc:sldMk cId="1285761081" sldId="275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1341224351" sldId="275"/>
        </pc:sldMkLst>
      </pc:sldChg>
      <pc:sldChg chg="modSp new mod">
        <pc:chgData name="Philippe Bohny" userId="f92dccc7a0284954" providerId="LiveId" clId="{9A62D541-6E45-471B-83E3-DB20FE9C5930}" dt="2025-05-10T07:40:19.128" v="937" actId="27636"/>
        <pc:sldMkLst>
          <pc:docMk/>
          <pc:sldMk cId="860800596" sldId="276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2107482142" sldId="276"/>
        </pc:sldMkLst>
      </pc:sldChg>
      <pc:sldChg chg="addSp delSp modSp new mod">
        <pc:chgData name="Philippe Bohny" userId="f92dccc7a0284954" providerId="LiveId" clId="{9A62D541-6E45-471B-83E3-DB20FE9C5930}" dt="2025-05-06T19:26:15.407" v="926" actId="1076"/>
        <pc:sldMkLst>
          <pc:docMk/>
          <pc:sldMk cId="618567726" sldId="277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701303920" sldId="277"/>
        </pc:sldMkLst>
      </pc:sldChg>
      <pc:sldChg chg="del">
        <pc:chgData name="Philippe Bohny" userId="f92dccc7a0284954" providerId="LiveId" clId="{9A62D541-6E45-471B-83E3-DB20FE9C5930}" dt="2025-04-06T10:54:17.415" v="29" actId="47"/>
        <pc:sldMkLst>
          <pc:docMk/>
          <pc:sldMk cId="91486725" sldId="278"/>
        </pc:sldMkLst>
      </pc:sldChg>
      <pc:sldChg chg="addSp delSp modSp new mod ord modNotesTx">
        <pc:chgData name="Philippe Bohny" userId="f92dccc7a0284954" providerId="LiveId" clId="{9A62D541-6E45-471B-83E3-DB20FE9C5930}" dt="2025-05-10T10:04:11.908" v="955"/>
        <pc:sldMkLst>
          <pc:docMk/>
          <pc:sldMk cId="2482425483" sldId="278"/>
        </pc:sldMkLst>
      </pc:sldChg>
    </pc:docChg>
  </pc:docChgLst>
  <pc:docChgLst>
    <pc:chgData name="Philippe Bohny" userId="f92dccc7a0284954" providerId="LiveId" clId="{030BC93E-CF0D-46FD-B739-8AFC299F3451}"/>
    <pc:docChg chg="undo custSel addSld delSld modSld">
      <pc:chgData name="Philippe Bohny" userId="f92dccc7a0284954" providerId="LiveId" clId="{030BC93E-CF0D-46FD-B739-8AFC299F3451}" dt="2025-04-05T12:26:45.794" v="1754" actId="20577"/>
      <pc:docMkLst>
        <pc:docMk/>
      </pc:docMkLst>
      <pc:sldChg chg="modSp mod">
        <pc:chgData name="Philippe Bohny" userId="f92dccc7a0284954" providerId="LiveId" clId="{030BC93E-CF0D-46FD-B739-8AFC299F3451}" dt="2025-04-05T12:26:45.794" v="1754" actId="20577"/>
        <pc:sldMkLst>
          <pc:docMk/>
          <pc:sldMk cId="1592927749" sldId="256"/>
        </pc:sldMkLst>
      </pc:sldChg>
      <pc:sldChg chg="modSp mod modAnim modNotesTx">
        <pc:chgData name="Philippe Bohny" userId="f92dccc7a0284954" providerId="LiveId" clId="{030BC93E-CF0D-46FD-B739-8AFC299F3451}" dt="2025-04-05T10:14:47.434" v="1356"/>
        <pc:sldMkLst>
          <pc:docMk/>
          <pc:sldMk cId="4257759058" sldId="257"/>
        </pc:sldMkLst>
      </pc:sldChg>
      <pc:sldChg chg="modSp new mod">
        <pc:chgData name="Philippe Bohny" userId="f92dccc7a0284954" providerId="LiveId" clId="{030BC93E-CF0D-46FD-B739-8AFC299F3451}" dt="2025-04-05T10:15:10.326" v="1357" actId="313"/>
        <pc:sldMkLst>
          <pc:docMk/>
          <pc:sldMk cId="1596190588" sldId="258"/>
        </pc:sldMkLst>
      </pc:sldChg>
      <pc:sldChg chg="modSp new mod modNotesTx">
        <pc:chgData name="Philippe Bohny" userId="f92dccc7a0284954" providerId="LiveId" clId="{030BC93E-CF0D-46FD-B739-8AFC299F3451}" dt="2025-04-05T10:16:47.007" v="1365"/>
        <pc:sldMkLst>
          <pc:docMk/>
          <pc:sldMk cId="2917326231" sldId="259"/>
        </pc:sldMkLst>
      </pc:sldChg>
      <pc:sldChg chg="modSp new mod modNotesTx">
        <pc:chgData name="Philippe Bohny" userId="f92dccc7a0284954" providerId="LiveId" clId="{030BC93E-CF0D-46FD-B739-8AFC299F3451}" dt="2025-04-05T10:17:35.374" v="1366" actId="6549"/>
        <pc:sldMkLst>
          <pc:docMk/>
          <pc:sldMk cId="4122792485" sldId="260"/>
        </pc:sldMkLst>
      </pc:sldChg>
      <pc:sldChg chg="addSp modSp new mod modNotesTx">
        <pc:chgData name="Philippe Bohny" userId="f92dccc7a0284954" providerId="LiveId" clId="{030BC93E-CF0D-46FD-B739-8AFC299F3451}" dt="2025-03-29T13:09:20.860" v="1016" actId="14100"/>
        <pc:sldMkLst>
          <pc:docMk/>
          <pc:sldMk cId="2692817041" sldId="261"/>
        </pc:sldMkLst>
      </pc:sldChg>
      <pc:sldChg chg="addSp modSp new mod modNotesTx">
        <pc:chgData name="Philippe Bohny" userId="f92dccc7a0284954" providerId="LiveId" clId="{030BC93E-CF0D-46FD-B739-8AFC299F3451}" dt="2025-04-05T10:21:03.830" v="1456" actId="113"/>
        <pc:sldMkLst>
          <pc:docMk/>
          <pc:sldMk cId="2170633924" sldId="262"/>
        </pc:sldMkLst>
      </pc:sldChg>
      <pc:sldChg chg="addSp delSp modSp new del mod modNotesTx">
        <pc:chgData name="Philippe Bohny" userId="f92dccc7a0284954" providerId="LiveId" clId="{030BC93E-CF0D-46FD-B739-8AFC299F3451}" dt="2025-04-05T10:21:34.861" v="1457" actId="2696"/>
        <pc:sldMkLst>
          <pc:docMk/>
          <pc:sldMk cId="1693569366" sldId="263"/>
        </pc:sldMkLst>
      </pc:sldChg>
      <pc:sldChg chg="addSp delSp modSp new mod modNotesTx">
        <pc:chgData name="Philippe Bohny" userId="f92dccc7a0284954" providerId="LiveId" clId="{030BC93E-CF0D-46FD-B739-8AFC299F3451}" dt="2025-04-05T09:58:47.216" v="1330" actId="14100"/>
        <pc:sldMkLst>
          <pc:docMk/>
          <pc:sldMk cId="375253117" sldId="264"/>
        </pc:sldMkLst>
      </pc:sldChg>
      <pc:sldChg chg="modSp new mod">
        <pc:chgData name="Philippe Bohny" userId="f92dccc7a0284954" providerId="LiveId" clId="{030BC93E-CF0D-46FD-B739-8AFC299F3451}" dt="2025-03-29T13:28:19.986" v="1218" actId="6549"/>
        <pc:sldMkLst>
          <pc:docMk/>
          <pc:sldMk cId="135835480" sldId="265"/>
        </pc:sldMkLst>
      </pc:sldChg>
      <pc:sldChg chg="delSp add del">
        <pc:chgData name="Philippe Bohny" userId="f92dccc7a0284954" providerId="LiveId" clId="{030BC93E-CF0D-46FD-B739-8AFC299F3451}" dt="2025-03-29T13:33:52.410" v="1272" actId="47"/>
        <pc:sldMkLst>
          <pc:docMk/>
          <pc:sldMk cId="950827505" sldId="272"/>
        </pc:sldMkLst>
      </pc:sldChg>
      <pc:sldChg chg="delSp add del mod modNotesTx">
        <pc:chgData name="Philippe Bohny" userId="f92dccc7a0284954" providerId="LiveId" clId="{030BC93E-CF0D-46FD-B739-8AFC299F3451}" dt="2025-04-05T10:12:34.849" v="1347" actId="47"/>
        <pc:sldMkLst>
          <pc:docMk/>
          <pc:sldMk cId="1443021631" sldId="273"/>
        </pc:sldMkLst>
      </pc:sldChg>
      <pc:sldChg chg="addSp delSp modSp new mod modNotesTx">
        <pc:chgData name="Philippe Bohny" userId="f92dccc7a0284954" providerId="LiveId" clId="{030BC93E-CF0D-46FD-B739-8AFC299F3451}" dt="2025-04-05T10:28:22.330" v="1701"/>
        <pc:sldMkLst>
          <pc:docMk/>
          <pc:sldMk cId="3064600375" sldId="274"/>
        </pc:sldMkLst>
      </pc:sldChg>
      <pc:sldChg chg="addSp delSp modSp new mod modNotesTx">
        <pc:chgData name="Philippe Bohny" userId="f92dccc7a0284954" providerId="LiveId" clId="{030BC93E-CF0D-46FD-B739-8AFC299F3451}" dt="2025-04-05T10:32:47.892" v="1702"/>
        <pc:sldMkLst>
          <pc:docMk/>
          <pc:sldMk cId="1341224351" sldId="275"/>
        </pc:sldMkLst>
      </pc:sldChg>
      <pc:sldChg chg="addSp modSp new mod">
        <pc:chgData name="Philippe Bohny" userId="f92dccc7a0284954" providerId="LiveId" clId="{030BC93E-CF0D-46FD-B739-8AFC299F3451}" dt="2025-04-05T10:25:32.811" v="1543" actId="1076"/>
        <pc:sldMkLst>
          <pc:docMk/>
          <pc:sldMk cId="2107482142" sldId="276"/>
        </pc:sldMkLst>
      </pc:sldChg>
      <pc:sldChg chg="addSp modSp new mod">
        <pc:chgData name="Philippe Bohny" userId="f92dccc7a0284954" providerId="LiveId" clId="{030BC93E-CF0D-46FD-B739-8AFC299F3451}" dt="2025-04-05T10:27:55.176" v="1699" actId="20577"/>
        <pc:sldMkLst>
          <pc:docMk/>
          <pc:sldMk cId="701303920" sldId="277"/>
        </pc:sldMkLst>
      </pc:sldChg>
      <pc:sldChg chg="addSp delSp modSp new mod">
        <pc:chgData name="Philippe Bohny" userId="f92dccc7a0284954" providerId="LiveId" clId="{030BC93E-CF0D-46FD-B739-8AFC299F3451}" dt="2025-04-05T10:35:04.805" v="1747" actId="1076"/>
        <pc:sldMkLst>
          <pc:docMk/>
          <pc:sldMk cId="91486725" sldId="278"/>
        </pc:sldMkLst>
      </pc:sldChg>
      <pc:sldMasterChg chg="delSldLayout">
        <pc:chgData name="Philippe Bohny" userId="f92dccc7a0284954" providerId="LiveId" clId="{030BC93E-CF0D-46FD-B739-8AFC299F3451}" dt="2025-03-29T13:33:52.410" v="1272" actId="47"/>
        <pc:sldMasterMkLst>
          <pc:docMk/>
          <pc:sldMasterMk cId="3107201275" sldId="2147483648"/>
        </pc:sldMasterMkLst>
        <pc:sldLayoutChg chg="del">
          <pc:chgData name="Philippe Bohny" userId="f92dccc7a0284954" providerId="LiveId" clId="{030BC93E-CF0D-46FD-B739-8AFC299F3451}" dt="2025-03-29T13:33:52.410" v="1272" actId="47"/>
          <pc:sldLayoutMkLst>
            <pc:docMk/>
            <pc:sldMasterMk cId="3107201275" sldId="2147483648"/>
            <pc:sldLayoutMk cId="1497366400" sldId="2147483665"/>
          </pc:sldLayoutMkLst>
        </pc:sldLayoutChg>
      </pc:sldMasterChg>
    </pc:docChg>
  </pc:docChgLst>
  <pc:docChgLst>
    <pc:chgData name="Philippe Bohny" userId="f92dccc7a0284954" providerId="LiveId" clId="{28B32083-7F8F-4A91-BC9D-A4DD8E09A6AD}"/>
    <pc:docChg chg="undo custSel addSld delSld modSld sldOrd addSection delSection modSection">
      <pc:chgData name="Philippe Bohny" userId="f92dccc7a0284954" providerId="LiveId" clId="{28B32083-7F8F-4A91-BC9D-A4DD8E09A6AD}" dt="2025-09-03T18:45:18.927" v="2972" actId="33524"/>
      <pc:docMkLst>
        <pc:docMk/>
      </pc:docMkLst>
      <pc:sldChg chg="modSp mod">
        <pc:chgData name="Philippe Bohny" userId="f92dccc7a0284954" providerId="LiveId" clId="{28B32083-7F8F-4A91-BC9D-A4DD8E09A6AD}" dt="2025-08-28T20:00:21.635" v="2415" actId="255"/>
        <pc:sldMkLst>
          <pc:docMk/>
          <pc:sldMk cId="1592927749" sldId="256"/>
        </pc:sldMkLst>
      </pc:sldChg>
      <pc:sldChg chg="addSp delSp modSp mod modAnim">
        <pc:chgData name="Philippe Bohny" userId="f92dccc7a0284954" providerId="LiveId" clId="{28B32083-7F8F-4A91-BC9D-A4DD8E09A6AD}" dt="2025-08-28T20:01:36.035" v="2417" actId="6549"/>
        <pc:sldMkLst>
          <pc:docMk/>
          <pc:sldMk cId="4257759058" sldId="257"/>
        </pc:sldMkLst>
      </pc:sldChg>
      <pc:sldChg chg="addSp delSp modSp mod ord modAnim">
        <pc:chgData name="Philippe Bohny" userId="f92dccc7a0284954" providerId="LiveId" clId="{28B32083-7F8F-4A91-BC9D-A4DD8E09A6AD}" dt="2025-08-28T20:18:02.957" v="2570"/>
        <pc:sldMkLst>
          <pc:docMk/>
          <pc:sldMk cId="3182185396" sldId="279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1892495770" sldId="280"/>
        </pc:sldMkLst>
      </pc:sldChg>
      <pc:sldChg chg="del">
        <pc:chgData name="Philippe Bohny" userId="f92dccc7a0284954" providerId="LiveId" clId="{28B32083-7F8F-4A91-BC9D-A4DD8E09A6AD}" dt="2025-08-28T20:10:00.847" v="2486" actId="2696"/>
        <pc:sldMkLst>
          <pc:docMk/>
          <pc:sldMk cId="201068400" sldId="282"/>
        </pc:sldMkLst>
      </pc:sldChg>
      <pc:sldChg chg="del">
        <pc:chgData name="Philippe Bohny" userId="f92dccc7a0284954" providerId="LiveId" clId="{28B32083-7F8F-4A91-BC9D-A4DD8E09A6AD}" dt="2025-08-28T20:10:00.847" v="2486" actId="2696"/>
        <pc:sldMkLst>
          <pc:docMk/>
          <pc:sldMk cId="1896156717" sldId="283"/>
        </pc:sldMkLst>
      </pc:sldChg>
      <pc:sldChg chg="del">
        <pc:chgData name="Philippe Bohny" userId="f92dccc7a0284954" providerId="LiveId" clId="{28B32083-7F8F-4A91-BC9D-A4DD8E09A6AD}" dt="2025-08-28T20:10:00.847" v="2486" actId="2696"/>
        <pc:sldMkLst>
          <pc:docMk/>
          <pc:sldMk cId="3532588353" sldId="284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2938712380" sldId="285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2763801488" sldId="286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4085982620" sldId="287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1538041238" sldId="288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171830957" sldId="289"/>
        </pc:sldMkLst>
      </pc:sldChg>
      <pc:sldChg chg="del">
        <pc:chgData name="Philippe Bohny" userId="f92dccc7a0284954" providerId="LiveId" clId="{28B32083-7F8F-4A91-BC9D-A4DD8E09A6AD}" dt="2025-08-27T22:41:23.167" v="1895" actId="47"/>
        <pc:sldMkLst>
          <pc:docMk/>
          <pc:sldMk cId="84199978" sldId="290"/>
        </pc:sldMkLst>
      </pc:sldChg>
      <pc:sldChg chg="addSp delSp modSp add del mod ord delAnim">
        <pc:chgData name="Philippe Bohny" userId="f92dccc7a0284954" providerId="LiveId" clId="{28B32083-7F8F-4A91-BC9D-A4DD8E09A6AD}" dt="2025-08-28T20:10:12.218" v="2488" actId="2696"/>
        <pc:sldMkLst>
          <pc:docMk/>
          <pc:sldMk cId="1654026639" sldId="291"/>
        </pc:sldMkLst>
      </pc:sldChg>
      <pc:sldChg chg="addSp delSp modSp new mod modNotesTx">
        <pc:chgData name="Philippe Bohny" userId="f92dccc7a0284954" providerId="LiveId" clId="{28B32083-7F8F-4A91-BC9D-A4DD8E09A6AD}" dt="2025-08-28T20:09:23.431" v="2483" actId="20577"/>
        <pc:sldMkLst>
          <pc:docMk/>
          <pc:sldMk cId="4009428331" sldId="292"/>
        </pc:sldMkLst>
      </pc:sldChg>
      <pc:sldChg chg="addSp delSp modSp add mod modClrScheme chgLayout">
        <pc:chgData name="Philippe Bohny" userId="f92dccc7a0284954" providerId="LiveId" clId="{28B32083-7F8F-4A91-BC9D-A4DD8E09A6AD}" dt="2025-08-28T19:58:30.575" v="2410" actId="113"/>
        <pc:sldMkLst>
          <pc:docMk/>
          <pc:sldMk cId="2981890412" sldId="293"/>
        </pc:sldMkLst>
      </pc:sldChg>
      <pc:sldChg chg="modSp add mod">
        <pc:chgData name="Philippe Bohny" userId="f92dccc7a0284954" providerId="LiveId" clId="{28B32083-7F8F-4A91-BC9D-A4DD8E09A6AD}" dt="2025-08-28T19:58:58.607" v="2412" actId="27636"/>
        <pc:sldMkLst>
          <pc:docMk/>
          <pc:sldMk cId="2290380467" sldId="294"/>
        </pc:sldMkLst>
      </pc:sldChg>
      <pc:sldChg chg="addSp delSp modSp new mod ord modShow">
        <pc:chgData name="Philippe Bohny" userId="f92dccc7a0284954" providerId="LiveId" clId="{28B32083-7F8F-4A91-BC9D-A4DD8E09A6AD}" dt="2025-08-28T20:10:03.752" v="2487" actId="729"/>
        <pc:sldMkLst>
          <pc:docMk/>
          <pc:sldMk cId="2704047223" sldId="295"/>
        </pc:sldMkLst>
      </pc:sldChg>
      <pc:sldChg chg="addSp delSp modSp new mod modNotesTx">
        <pc:chgData name="Philippe Bohny" userId="f92dccc7a0284954" providerId="LiveId" clId="{28B32083-7F8F-4A91-BC9D-A4DD8E09A6AD}" dt="2025-08-28T20:16:42.352" v="2567"/>
        <pc:sldMkLst>
          <pc:docMk/>
          <pc:sldMk cId="1726679934" sldId="296"/>
        </pc:sldMkLst>
      </pc:sldChg>
      <pc:sldChg chg="addSp delSp modSp add mod ord modAnim">
        <pc:chgData name="Philippe Bohny" userId="f92dccc7a0284954" providerId="LiveId" clId="{28B32083-7F8F-4A91-BC9D-A4DD8E09A6AD}" dt="2025-08-28T20:17:23.853" v="2569"/>
        <pc:sldMkLst>
          <pc:docMk/>
          <pc:sldMk cId="3732546734" sldId="297"/>
        </pc:sldMkLst>
      </pc:sldChg>
      <pc:sldChg chg="modSp new mod">
        <pc:chgData name="Philippe Bohny" userId="f92dccc7a0284954" providerId="LiveId" clId="{28B32083-7F8F-4A91-BC9D-A4DD8E09A6AD}" dt="2025-09-03T18:43:50.913" v="2971" actId="404"/>
        <pc:sldMkLst>
          <pc:docMk/>
          <pc:sldMk cId="4294467350" sldId="298"/>
        </pc:sldMkLst>
      </pc:sldChg>
      <pc:sldChg chg="modSp new del mod">
        <pc:chgData name="Philippe Bohny" userId="f92dccc7a0284954" providerId="LiveId" clId="{28B32083-7F8F-4A91-BC9D-A4DD8E09A6AD}" dt="2025-09-03T18:37:08.288" v="2965" actId="2696"/>
        <pc:sldMkLst>
          <pc:docMk/>
          <pc:sldMk cId="2072373640" sldId="299"/>
        </pc:sldMkLst>
      </pc:sldChg>
      <pc:sldChg chg="modSp new mod">
        <pc:chgData name="Philippe Bohny" userId="f92dccc7a0284954" providerId="LiveId" clId="{28B32083-7F8F-4A91-BC9D-A4DD8E09A6AD}" dt="2025-09-03T18:45:18.927" v="2972" actId="33524"/>
        <pc:sldMkLst>
          <pc:docMk/>
          <pc:sldMk cId="677759600" sldId="300"/>
        </pc:sldMkLst>
      </pc:sldChg>
    </pc:docChg>
  </pc:docChgLst>
  <pc:docChgLst>
    <pc:chgData name="Philippe Bohny" userId="f92dccc7a0284954" providerId="LiveId" clId="{4CE6B411-0C1A-47A4-809B-E501BE5FAF5C}"/>
    <pc:docChg chg="undo custSel addSld delSld modSld sldOrd modSection">
      <pc:chgData name="Philippe Bohny" userId="f92dccc7a0284954" providerId="LiveId" clId="{4CE6B411-0C1A-47A4-809B-E501BE5FAF5C}" dt="2025-10-07T13:43:39.380" v="2549" actId="20577"/>
      <pc:docMkLst>
        <pc:docMk/>
      </pc:docMkLst>
      <pc:sldChg chg="modSp mod">
        <pc:chgData name="Philippe Bohny" userId="f92dccc7a0284954" providerId="LiveId" clId="{4CE6B411-0C1A-47A4-809B-E501BE5FAF5C}" dt="2025-10-07T12:59:09.520" v="16" actId="20577"/>
        <pc:sldMkLst>
          <pc:docMk/>
          <pc:sldMk cId="1592927749" sldId="256"/>
        </pc:sldMkLst>
        <pc:spChg chg="mod">
          <ac:chgData name="Philippe Bohny" userId="f92dccc7a0284954" providerId="LiveId" clId="{4CE6B411-0C1A-47A4-809B-E501BE5FAF5C}" dt="2025-10-07T12:58:51.566" v="14"/>
          <ac:spMkLst>
            <pc:docMk/>
            <pc:sldMk cId="1592927749" sldId="256"/>
            <ac:spMk id="2" creationId="{6757F36C-C57E-FB4D-B728-3001D57A5FC8}"/>
          </ac:spMkLst>
        </pc:spChg>
        <pc:spChg chg="mod">
          <ac:chgData name="Philippe Bohny" userId="f92dccc7a0284954" providerId="LiveId" clId="{4CE6B411-0C1A-47A4-809B-E501BE5FAF5C}" dt="2025-10-07T12:58:14.632" v="13" actId="20577"/>
          <ac:spMkLst>
            <pc:docMk/>
            <pc:sldMk cId="1592927749" sldId="256"/>
            <ac:spMk id="3" creationId="{A8FB7A4F-FB3D-8242-85AF-F0E784C2771E}"/>
          </ac:spMkLst>
        </pc:spChg>
        <pc:spChg chg="mod">
          <ac:chgData name="Philippe Bohny" userId="f92dccc7a0284954" providerId="LiveId" clId="{4CE6B411-0C1A-47A4-809B-E501BE5FAF5C}" dt="2025-10-07T12:59:09.520" v="16" actId="20577"/>
          <ac:spMkLst>
            <pc:docMk/>
            <pc:sldMk cId="1592927749" sldId="256"/>
            <ac:spMk id="4" creationId="{C4F351C6-AE00-8C42-85D4-BCB67BB81629}"/>
          </ac:spMkLst>
        </pc:spChg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4257759058" sldId="257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4009428331" sldId="292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2290380467" sldId="294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1726679934" sldId="296"/>
        </pc:sldMkLst>
      </pc:sldChg>
      <pc:sldChg chg="modSp mod modNotesTx">
        <pc:chgData name="Philippe Bohny" userId="f92dccc7a0284954" providerId="LiveId" clId="{4CE6B411-0C1A-47A4-809B-E501BE5FAF5C}" dt="2025-10-07T13:42:16.760" v="2545" actId="20577"/>
        <pc:sldMkLst>
          <pc:docMk/>
          <pc:sldMk cId="4294467350" sldId="298"/>
        </pc:sldMkLst>
        <pc:spChg chg="mod">
          <ac:chgData name="Philippe Bohny" userId="f92dccc7a0284954" providerId="LiveId" clId="{4CE6B411-0C1A-47A4-809B-E501BE5FAF5C}" dt="2025-10-07T13:42:16.760" v="2545" actId="20577"/>
          <ac:spMkLst>
            <pc:docMk/>
            <pc:sldMk cId="4294467350" sldId="298"/>
            <ac:spMk id="3" creationId="{9AC8C16E-C67C-E7CE-2975-9B51C2725862}"/>
          </ac:spMkLst>
        </pc:spChg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678324893" sldId="299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2296754572" sldId="300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1276256268" sldId="301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1390209489" sldId="302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4070537669" sldId="303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2561288625" sldId="304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1688930014" sldId="305"/>
        </pc:sldMkLst>
      </pc:sldChg>
      <pc:sldChg chg="del">
        <pc:chgData name="Philippe Bohny" userId="f92dccc7a0284954" providerId="LiveId" clId="{4CE6B411-0C1A-47A4-809B-E501BE5FAF5C}" dt="2025-10-07T13:12:50.275" v="776" actId="47"/>
        <pc:sldMkLst>
          <pc:docMk/>
          <pc:sldMk cId="2812815060" sldId="306"/>
        </pc:sldMkLst>
      </pc:sldChg>
      <pc:sldChg chg="addSp modSp new mod modNotesTx">
        <pc:chgData name="Philippe Bohny" userId="f92dccc7a0284954" providerId="LiveId" clId="{4CE6B411-0C1A-47A4-809B-E501BE5FAF5C}" dt="2025-10-07T13:05:32.637" v="449" actId="20577"/>
        <pc:sldMkLst>
          <pc:docMk/>
          <pc:sldMk cId="1032206550" sldId="307"/>
        </pc:sldMkLst>
        <pc:spChg chg="mod">
          <ac:chgData name="Philippe Bohny" userId="f92dccc7a0284954" providerId="LiveId" clId="{4CE6B411-0C1A-47A4-809B-E501BE5FAF5C}" dt="2025-10-07T13:01:26.975" v="41" actId="20577"/>
          <ac:spMkLst>
            <pc:docMk/>
            <pc:sldMk cId="1032206550" sldId="307"/>
            <ac:spMk id="2" creationId="{58C4254A-7F60-AE89-4187-DED09BE9BE77}"/>
          </ac:spMkLst>
        </pc:spChg>
        <pc:spChg chg="mod">
          <ac:chgData name="Philippe Bohny" userId="f92dccc7a0284954" providerId="LiveId" clId="{4CE6B411-0C1A-47A4-809B-E501BE5FAF5C}" dt="2025-10-07T13:02:39.595" v="106" actId="14100"/>
          <ac:spMkLst>
            <pc:docMk/>
            <pc:sldMk cId="1032206550" sldId="307"/>
            <ac:spMk id="3" creationId="{17C2A94B-BB88-AC54-9875-5AEF3E474D2E}"/>
          </ac:spMkLst>
        </pc:spChg>
        <pc:picChg chg="add mod">
          <ac:chgData name="Philippe Bohny" userId="f92dccc7a0284954" providerId="LiveId" clId="{4CE6B411-0C1A-47A4-809B-E501BE5FAF5C}" dt="2025-10-07T13:02:45.390" v="108" actId="1076"/>
          <ac:picMkLst>
            <pc:docMk/>
            <pc:sldMk cId="1032206550" sldId="307"/>
            <ac:picMk id="1026" creationId="{A0D6AF49-D574-6E7B-1A8E-11AF1D83A241}"/>
          </ac:picMkLst>
        </pc:picChg>
      </pc:sldChg>
      <pc:sldChg chg="addSp modSp new mod">
        <pc:chgData name="Philippe Bohny" userId="f92dccc7a0284954" providerId="LiveId" clId="{4CE6B411-0C1A-47A4-809B-E501BE5FAF5C}" dt="2025-10-07T13:41:47.671" v="2535" actId="1076"/>
        <pc:sldMkLst>
          <pc:docMk/>
          <pc:sldMk cId="3147579467" sldId="308"/>
        </pc:sldMkLst>
        <pc:spChg chg="mod">
          <ac:chgData name="Philippe Bohny" userId="f92dccc7a0284954" providerId="LiveId" clId="{4CE6B411-0C1A-47A4-809B-E501BE5FAF5C}" dt="2025-10-07T13:06:22.137" v="465" actId="20577"/>
          <ac:spMkLst>
            <pc:docMk/>
            <pc:sldMk cId="3147579467" sldId="308"/>
            <ac:spMk id="2" creationId="{85D6BD30-AECD-D95A-E64D-78590D95EA1E}"/>
          </ac:spMkLst>
        </pc:spChg>
        <pc:spChg chg="mod">
          <ac:chgData name="Philippe Bohny" userId="f92dccc7a0284954" providerId="LiveId" clId="{4CE6B411-0C1A-47A4-809B-E501BE5FAF5C}" dt="2025-10-07T13:41:44.230" v="2534" actId="20577"/>
          <ac:spMkLst>
            <pc:docMk/>
            <pc:sldMk cId="3147579467" sldId="308"/>
            <ac:spMk id="3" creationId="{1C4391FB-E713-4F4C-7A68-CEFE7D06A7D6}"/>
          </ac:spMkLst>
        </pc:spChg>
        <pc:picChg chg="add mod">
          <ac:chgData name="Philippe Bohny" userId="f92dccc7a0284954" providerId="LiveId" clId="{4CE6B411-0C1A-47A4-809B-E501BE5FAF5C}" dt="2025-10-07T13:41:47.671" v="2535" actId="1076"/>
          <ac:picMkLst>
            <pc:docMk/>
            <pc:sldMk cId="3147579467" sldId="308"/>
            <ac:picMk id="2050" creationId="{8C2BBA93-549A-D766-E0FD-4A96913C5A59}"/>
          </ac:picMkLst>
        </pc:picChg>
      </pc:sldChg>
      <pc:sldChg chg="addSp delSp modSp add mod modNotesTx">
        <pc:chgData name="Philippe Bohny" userId="f92dccc7a0284954" providerId="LiveId" clId="{4CE6B411-0C1A-47A4-809B-E501BE5FAF5C}" dt="2025-10-07T13:19:02.245" v="974"/>
        <pc:sldMkLst>
          <pc:docMk/>
          <pc:sldMk cId="2475468975" sldId="309"/>
        </pc:sldMkLst>
        <pc:spChg chg="mod">
          <ac:chgData name="Philippe Bohny" userId="f92dccc7a0284954" providerId="LiveId" clId="{4CE6B411-0C1A-47A4-809B-E501BE5FAF5C}" dt="2025-10-07T13:14:00.388" v="879" actId="20577"/>
          <ac:spMkLst>
            <pc:docMk/>
            <pc:sldMk cId="2475468975" sldId="309"/>
            <ac:spMk id="2" creationId="{9D5AECA6-7967-D4E3-39A6-8C1877A6A4F6}"/>
          </ac:spMkLst>
        </pc:spChg>
        <pc:spChg chg="del mod">
          <ac:chgData name="Philippe Bohny" userId="f92dccc7a0284954" providerId="LiveId" clId="{4CE6B411-0C1A-47A4-809B-E501BE5FAF5C}" dt="2025-10-07T13:18:11.402" v="973" actId="22"/>
          <ac:spMkLst>
            <pc:docMk/>
            <pc:sldMk cId="2475468975" sldId="309"/>
            <ac:spMk id="3" creationId="{E28FD900-2BC5-6E26-6422-38DDD3E8B2DA}"/>
          </ac:spMkLst>
        </pc:spChg>
        <pc:picChg chg="add mod ord">
          <ac:chgData name="Philippe Bohny" userId="f92dccc7a0284954" providerId="LiveId" clId="{4CE6B411-0C1A-47A4-809B-E501BE5FAF5C}" dt="2025-10-07T13:18:11.402" v="973" actId="22"/>
          <ac:picMkLst>
            <pc:docMk/>
            <pc:sldMk cId="2475468975" sldId="309"/>
            <ac:picMk id="8" creationId="{B419945C-E82D-07DD-86AA-04BC45E1ADAA}"/>
          </ac:picMkLst>
        </pc:picChg>
      </pc:sldChg>
      <pc:sldChg chg="addSp delSp modSp add mod ord modNotesTx">
        <pc:chgData name="Philippe Bohny" userId="f92dccc7a0284954" providerId="LiveId" clId="{4CE6B411-0C1A-47A4-809B-E501BE5FAF5C}" dt="2025-10-07T13:20:33.473" v="978"/>
        <pc:sldMkLst>
          <pc:docMk/>
          <pc:sldMk cId="3207496152" sldId="310"/>
        </pc:sldMkLst>
        <pc:spChg chg="mod">
          <ac:chgData name="Philippe Bohny" userId="f92dccc7a0284954" providerId="LiveId" clId="{4CE6B411-0C1A-47A4-809B-E501BE5FAF5C}" dt="2025-10-07T13:19:31.337" v="977" actId="20577"/>
          <ac:spMkLst>
            <pc:docMk/>
            <pc:sldMk cId="3207496152" sldId="310"/>
            <ac:spMk id="2" creationId="{DD2A2953-2C79-AB0D-7908-493C90681BDF}"/>
          </ac:spMkLst>
        </pc:spChg>
        <pc:spChg chg="del mod">
          <ac:chgData name="Philippe Bohny" userId="f92dccc7a0284954" providerId="LiveId" clId="{4CE6B411-0C1A-47A4-809B-E501BE5FAF5C}" dt="2025-10-07T13:14:26.322" v="882"/>
          <ac:spMkLst>
            <pc:docMk/>
            <pc:sldMk cId="3207496152" sldId="310"/>
            <ac:spMk id="3" creationId="{EA6A5D78-0A2C-F78F-0580-DA3CE68F0219}"/>
          </ac:spMkLst>
        </pc:spChg>
        <pc:picChg chg="add mod">
          <ac:chgData name="Philippe Bohny" userId="f92dccc7a0284954" providerId="LiveId" clId="{4CE6B411-0C1A-47A4-809B-E501BE5FAF5C}" dt="2025-10-07T13:14:26.322" v="882"/>
          <ac:picMkLst>
            <pc:docMk/>
            <pc:sldMk cId="3207496152" sldId="310"/>
            <ac:picMk id="7" creationId="{77E93B68-BA12-49B9-DAB8-FBC387D33FB5}"/>
          </ac:picMkLst>
        </pc:picChg>
      </pc:sldChg>
      <pc:sldChg chg="add del">
        <pc:chgData name="Philippe Bohny" userId="f92dccc7a0284954" providerId="LiveId" clId="{4CE6B411-0C1A-47A4-809B-E501BE5FAF5C}" dt="2025-10-07T13:14:39.458" v="884" actId="47"/>
        <pc:sldMkLst>
          <pc:docMk/>
          <pc:sldMk cId="2532523058" sldId="311"/>
        </pc:sldMkLst>
      </pc:sldChg>
      <pc:sldChg chg="modSp add mod modNotesTx">
        <pc:chgData name="Philippe Bohny" userId="f92dccc7a0284954" providerId="LiveId" clId="{4CE6B411-0C1A-47A4-809B-E501BE5FAF5C}" dt="2025-10-07T13:38:43.537" v="2267" actId="20577"/>
        <pc:sldMkLst>
          <pc:docMk/>
          <pc:sldMk cId="3404496762" sldId="311"/>
        </pc:sldMkLst>
        <pc:spChg chg="mod">
          <ac:chgData name="Philippe Bohny" userId="f92dccc7a0284954" providerId="LiveId" clId="{4CE6B411-0C1A-47A4-809B-E501BE5FAF5C}" dt="2025-10-07T13:14:58.409" v="916" actId="20577"/>
          <ac:spMkLst>
            <pc:docMk/>
            <pc:sldMk cId="3404496762" sldId="311"/>
            <ac:spMk id="2" creationId="{DD9DF0C9-89B3-9E04-4D5C-61C7544AE285}"/>
          </ac:spMkLst>
        </pc:spChg>
        <pc:spChg chg="mod">
          <ac:chgData name="Philippe Bohny" userId="f92dccc7a0284954" providerId="LiveId" clId="{4CE6B411-0C1A-47A4-809B-E501BE5FAF5C}" dt="2025-10-07T13:31:16.516" v="1796" actId="20577"/>
          <ac:spMkLst>
            <pc:docMk/>
            <pc:sldMk cId="3404496762" sldId="311"/>
            <ac:spMk id="3" creationId="{576E433A-4C6B-469C-64B3-05F33A6B7835}"/>
          </ac:spMkLst>
        </pc:spChg>
      </pc:sldChg>
      <pc:sldChg chg="addSp delSp modSp add mod modNotesTx">
        <pc:chgData name="Philippe Bohny" userId="f92dccc7a0284954" providerId="LiveId" clId="{4CE6B411-0C1A-47A4-809B-E501BE5FAF5C}" dt="2025-10-07T13:32:15.415" v="1810" actId="14100"/>
        <pc:sldMkLst>
          <pc:docMk/>
          <pc:sldMk cId="1949516066" sldId="312"/>
        </pc:sldMkLst>
        <pc:spChg chg="mod">
          <ac:chgData name="Philippe Bohny" userId="f92dccc7a0284954" providerId="LiveId" clId="{4CE6B411-0C1A-47A4-809B-E501BE5FAF5C}" dt="2025-10-07T13:32:15.415" v="1810" actId="14100"/>
          <ac:spMkLst>
            <pc:docMk/>
            <pc:sldMk cId="1949516066" sldId="312"/>
            <ac:spMk id="2" creationId="{2A38FD32-DE6C-C5BC-AD1F-703BF07073FF}"/>
          </ac:spMkLst>
        </pc:spChg>
        <pc:spChg chg="del">
          <ac:chgData name="Philippe Bohny" userId="f92dccc7a0284954" providerId="LiveId" clId="{4CE6B411-0C1A-47A4-809B-E501BE5FAF5C}" dt="2025-10-07T13:22:22.418" v="980" actId="3680"/>
          <ac:spMkLst>
            <pc:docMk/>
            <pc:sldMk cId="1949516066" sldId="312"/>
            <ac:spMk id="3" creationId="{F3C49220-D783-6A2F-28F5-654B16E32074}"/>
          </ac:spMkLst>
        </pc:spChg>
        <pc:graphicFrameChg chg="add mod ord modGraphic">
          <ac:chgData name="Philippe Bohny" userId="f92dccc7a0284954" providerId="LiveId" clId="{4CE6B411-0C1A-47A4-809B-E501BE5FAF5C}" dt="2025-10-07T13:27:24.744" v="1417" actId="14100"/>
          <ac:graphicFrameMkLst>
            <pc:docMk/>
            <pc:sldMk cId="1949516066" sldId="312"/>
            <ac:graphicFrameMk id="7" creationId="{936C44DE-4E02-BDC6-7F96-9B512F9358EF}"/>
          </ac:graphicFrameMkLst>
        </pc:graphicFrameChg>
      </pc:sldChg>
      <pc:sldChg chg="add del">
        <pc:chgData name="Philippe Bohny" userId="f92dccc7a0284954" providerId="LiveId" clId="{4CE6B411-0C1A-47A4-809B-E501BE5FAF5C}" dt="2025-10-07T13:31:46.969" v="1797" actId="2696"/>
        <pc:sldMkLst>
          <pc:docMk/>
          <pc:sldMk cId="3017628777" sldId="313"/>
        </pc:sldMkLst>
      </pc:sldChg>
      <pc:sldChg chg="modSp add mod ord modNotesTx">
        <pc:chgData name="Philippe Bohny" userId="f92dccc7a0284954" providerId="LiveId" clId="{4CE6B411-0C1A-47A4-809B-E501BE5FAF5C}" dt="2025-10-07T13:43:29.572" v="2547" actId="403"/>
        <pc:sldMkLst>
          <pc:docMk/>
          <pc:sldMk cId="3264464863" sldId="313"/>
        </pc:sldMkLst>
        <pc:spChg chg="mod">
          <ac:chgData name="Philippe Bohny" userId="f92dccc7a0284954" providerId="LiveId" clId="{4CE6B411-0C1A-47A4-809B-E501BE5FAF5C}" dt="2025-10-07T13:32:25.416" v="1813" actId="14100"/>
          <ac:spMkLst>
            <pc:docMk/>
            <pc:sldMk cId="3264464863" sldId="313"/>
            <ac:spMk id="2" creationId="{63F323FE-0F18-9941-5012-62F02D8DB3B9}"/>
          </ac:spMkLst>
        </pc:spChg>
        <pc:spChg chg="mod">
          <ac:chgData name="Philippe Bohny" userId="f92dccc7a0284954" providerId="LiveId" clId="{4CE6B411-0C1A-47A4-809B-E501BE5FAF5C}" dt="2025-10-07T13:43:29.572" v="2547" actId="403"/>
          <ac:spMkLst>
            <pc:docMk/>
            <pc:sldMk cId="3264464863" sldId="313"/>
            <ac:spMk id="3" creationId="{5138B59D-902F-F4F4-A9F3-5BC9A406CC2F}"/>
          </ac:spMkLst>
        </pc:spChg>
      </pc:sldChg>
      <pc:sldChg chg="modSp add mod modNotesTx">
        <pc:chgData name="Philippe Bohny" userId="f92dccc7a0284954" providerId="LiveId" clId="{4CE6B411-0C1A-47A4-809B-E501BE5FAF5C}" dt="2025-10-07T13:43:39.380" v="2549" actId="20577"/>
        <pc:sldMkLst>
          <pc:docMk/>
          <pc:sldMk cId="2590236186" sldId="314"/>
        </pc:sldMkLst>
        <pc:spChg chg="mod">
          <ac:chgData name="Philippe Bohny" userId="f92dccc7a0284954" providerId="LiveId" clId="{4CE6B411-0C1A-47A4-809B-E501BE5FAF5C}" dt="2025-10-07T13:35:50.123" v="2198" actId="20577"/>
          <ac:spMkLst>
            <pc:docMk/>
            <pc:sldMk cId="2590236186" sldId="314"/>
            <ac:spMk id="2" creationId="{12111BB0-5C74-8197-A77A-5E0B94C67FF5}"/>
          </ac:spMkLst>
        </pc:spChg>
        <pc:spChg chg="mod">
          <ac:chgData name="Philippe Bohny" userId="f92dccc7a0284954" providerId="LiveId" clId="{4CE6B411-0C1A-47A4-809B-E501BE5FAF5C}" dt="2025-10-07T13:43:39.380" v="2549" actId="20577"/>
          <ac:spMkLst>
            <pc:docMk/>
            <pc:sldMk cId="2590236186" sldId="314"/>
            <ac:spMk id="3" creationId="{9232EA40-7E3E-0BA6-161B-A68827199603}"/>
          </ac:spMkLst>
        </pc:spChg>
      </pc:sldChg>
      <pc:sldChg chg="modSp add mod">
        <pc:chgData name="Philippe Bohny" userId="f92dccc7a0284954" providerId="LiveId" clId="{4CE6B411-0C1A-47A4-809B-E501BE5FAF5C}" dt="2025-10-07T13:41:11.824" v="2502" actId="313"/>
        <pc:sldMkLst>
          <pc:docMk/>
          <pc:sldMk cId="4140515288" sldId="315"/>
        </pc:sldMkLst>
        <pc:spChg chg="mod">
          <ac:chgData name="Philippe Bohny" userId="f92dccc7a0284954" providerId="LiveId" clId="{4CE6B411-0C1A-47A4-809B-E501BE5FAF5C}" dt="2025-10-07T13:39:33.633" v="2273" actId="20577"/>
          <ac:spMkLst>
            <pc:docMk/>
            <pc:sldMk cId="4140515288" sldId="315"/>
            <ac:spMk id="2" creationId="{15A15604-E1D1-2DCE-CAD1-66920F431DBC}"/>
          </ac:spMkLst>
        </pc:spChg>
        <pc:spChg chg="mod">
          <ac:chgData name="Philippe Bohny" userId="f92dccc7a0284954" providerId="LiveId" clId="{4CE6B411-0C1A-47A4-809B-E501BE5FAF5C}" dt="2025-10-07T13:41:11.824" v="2502" actId="313"/>
          <ac:spMkLst>
            <pc:docMk/>
            <pc:sldMk cId="4140515288" sldId="315"/>
            <ac:spMk id="3" creationId="{7544CA46-1004-A7A9-6A33-6E47107EF3D6}"/>
          </ac:spMkLst>
        </pc:spChg>
      </pc:sldChg>
    </pc:docChg>
  </pc:docChgLst>
  <pc:docChgLst>
    <pc:chgData name="Philippe Bohny" userId="f92dccc7a0284954" providerId="LiveId" clId="{C6B61A32-BB05-4EE7-BF19-FC562DFA835E}"/>
    <pc:docChg chg="undo custSel addSld delSld modSld modSection">
      <pc:chgData name="Philippe Bohny" userId="f92dccc7a0284954" providerId="LiveId" clId="{C6B61A32-BB05-4EE7-BF19-FC562DFA835E}" dt="2025-12-08T19:55:21.252" v="1249" actId="478"/>
      <pc:docMkLst>
        <pc:docMk/>
      </pc:docMkLst>
      <pc:sldChg chg="modSp mod modNotesTx">
        <pc:chgData name="Philippe Bohny" userId="f92dccc7a0284954" providerId="LiveId" clId="{C6B61A32-BB05-4EE7-BF19-FC562DFA835E}" dt="2025-12-08T18:18:11.716" v="1232" actId="20577"/>
        <pc:sldMkLst>
          <pc:docMk/>
          <pc:sldMk cId="1592927749" sldId="256"/>
        </pc:sldMkLst>
        <pc:spChg chg="mod">
          <ac:chgData name="Philippe Bohny" userId="f92dccc7a0284954" providerId="LiveId" clId="{C6B61A32-BB05-4EE7-BF19-FC562DFA835E}" dt="2025-12-06T14:14:29.183" v="32"/>
          <ac:spMkLst>
            <pc:docMk/>
            <pc:sldMk cId="1592927749" sldId="256"/>
            <ac:spMk id="2" creationId="{6757F36C-C57E-FB4D-B728-3001D57A5FC8}"/>
          </ac:spMkLst>
        </pc:spChg>
        <pc:spChg chg="mod">
          <ac:chgData name="Philippe Bohny" userId="f92dccc7a0284954" providerId="LiveId" clId="{C6B61A32-BB05-4EE7-BF19-FC562DFA835E}" dt="2025-12-06T14:13:43.049" v="31"/>
          <ac:spMkLst>
            <pc:docMk/>
            <pc:sldMk cId="1592927749" sldId="256"/>
            <ac:spMk id="3" creationId="{A8FB7A4F-FB3D-8242-85AF-F0E784C2771E}"/>
          </ac:spMkLst>
        </pc:spChg>
        <pc:spChg chg="mod">
          <ac:chgData name="Philippe Bohny" userId="f92dccc7a0284954" providerId="LiveId" clId="{C6B61A32-BB05-4EE7-BF19-FC562DFA835E}" dt="2025-12-06T13:32:21.727" v="1" actId="20577"/>
          <ac:spMkLst>
            <pc:docMk/>
            <pc:sldMk cId="1592927749" sldId="256"/>
            <ac:spMk id="4" creationId="{C4F351C6-AE00-8C42-85D4-BCB67BB81629}"/>
          </ac:spMkLst>
        </pc:spChg>
      </pc:sldChg>
      <pc:sldChg chg="addSp delSp modSp add del mod">
        <pc:chgData name="Philippe Bohny" userId="f92dccc7a0284954" providerId="LiveId" clId="{C6B61A32-BB05-4EE7-BF19-FC562DFA835E}" dt="2025-12-08T17:20:16.864" v="65"/>
        <pc:sldMkLst>
          <pc:docMk/>
          <pc:sldMk cId="0" sldId="257"/>
        </pc:sldMkLst>
        <pc:spChg chg="mod">
          <ac:chgData name="Philippe Bohny" userId="f92dccc7a0284954" providerId="LiveId" clId="{C6B61A32-BB05-4EE7-BF19-FC562DFA835E}" dt="2025-12-08T17:20:14.320" v="61" actId="6549"/>
          <ac:spMkLst>
            <pc:docMk/>
            <pc:sldMk cId="0" sldId="257"/>
            <ac:spMk id="29" creationId="{00000000-0000-0000-0000-000000000000}"/>
          </ac:spMkLst>
        </pc:spChg>
        <pc:spChg chg="add del">
          <ac:chgData name="Philippe Bohny" userId="f92dccc7a0284954" providerId="LiveId" clId="{C6B61A32-BB05-4EE7-BF19-FC562DFA835E}" dt="2025-12-08T17:20:15.850" v="63" actId="478"/>
          <ac:spMkLst>
            <pc:docMk/>
            <pc:sldMk cId="0" sldId="257"/>
            <ac:spMk id="41" creationId="{00000000-0000-0000-0000-000000000000}"/>
          </ac:spMkLst>
        </pc:spChg>
        <pc:picChg chg="add del mod">
          <ac:chgData name="Philippe Bohny" userId="f92dccc7a0284954" providerId="LiveId" clId="{C6B61A32-BB05-4EE7-BF19-FC562DFA835E}" dt="2025-12-08T17:20:16.340" v="64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mod">
        <pc:chgData name="Philippe Bohny" userId="f92dccc7a0284954" providerId="LiveId" clId="{C6B61A32-BB05-4EE7-BF19-FC562DFA835E}" dt="2025-12-06T13:37:13.841" v="29" actId="478"/>
        <pc:sldMkLst>
          <pc:docMk/>
          <pc:sldMk cId="1032206550" sldId="307"/>
        </pc:sldMkLst>
        <pc:spChg chg="del mod">
          <ac:chgData name="Philippe Bohny" userId="f92dccc7a0284954" providerId="LiveId" clId="{C6B61A32-BB05-4EE7-BF19-FC562DFA835E}" dt="2025-12-06T13:34:51.170" v="19" actId="3680"/>
          <ac:spMkLst>
            <pc:docMk/>
            <pc:sldMk cId="1032206550" sldId="307"/>
            <ac:spMk id="3" creationId="{17C2A94B-BB88-AC54-9875-5AEF3E474D2E}"/>
          </ac:spMkLst>
        </pc:spChg>
        <pc:spChg chg="add mod">
          <ac:chgData name="Philippe Bohny" userId="f92dccc7a0284954" providerId="LiveId" clId="{C6B61A32-BB05-4EE7-BF19-FC562DFA835E}" dt="2025-12-06T13:37:13.841" v="29" actId="478"/>
          <ac:spMkLst>
            <pc:docMk/>
            <pc:sldMk cId="1032206550" sldId="307"/>
            <ac:spMk id="10" creationId="{34DCA40E-B80B-15A8-FDEC-3A5D08ED2A86}"/>
          </ac:spMkLst>
        </pc:spChg>
        <pc:graphicFrameChg chg="add del mod ord modGraphic">
          <ac:chgData name="Philippe Bohny" userId="f92dccc7a0284954" providerId="LiveId" clId="{C6B61A32-BB05-4EE7-BF19-FC562DFA835E}" dt="2025-12-06T13:37:13.841" v="29" actId="478"/>
          <ac:graphicFrameMkLst>
            <pc:docMk/>
            <pc:sldMk cId="1032206550" sldId="307"/>
            <ac:graphicFrameMk id="8" creationId="{4BC0E167-0C4F-3C16-1C44-E4F5C9FD43DC}"/>
          </ac:graphicFrameMkLst>
        </pc:graphicFrameChg>
        <pc:picChg chg="del">
          <ac:chgData name="Philippe Bohny" userId="f92dccc7a0284954" providerId="LiveId" clId="{C6B61A32-BB05-4EE7-BF19-FC562DFA835E}" dt="2025-12-06T13:34:23.716" v="17" actId="478"/>
          <ac:picMkLst>
            <pc:docMk/>
            <pc:sldMk cId="1032206550" sldId="307"/>
            <ac:picMk id="7" creationId="{EA5AC057-60C6-6659-42B0-B95E2C6BB1CC}"/>
          </ac:picMkLst>
        </pc:picChg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3147579467" sldId="308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2590236186" sldId="314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4140515288" sldId="315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2254694662" sldId="316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720703900" sldId="317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1594898117" sldId="318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856793740" sldId="319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660943879" sldId="320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2850006343" sldId="321"/>
        </pc:sldMkLst>
      </pc:sldChg>
      <pc:sldChg chg="del">
        <pc:chgData name="Philippe Bohny" userId="f92dccc7a0284954" providerId="LiveId" clId="{C6B61A32-BB05-4EE7-BF19-FC562DFA835E}" dt="2025-12-08T17:36:22.822" v="442" actId="47"/>
        <pc:sldMkLst>
          <pc:docMk/>
          <pc:sldMk cId="2776146852" sldId="322"/>
        </pc:sldMkLst>
      </pc:sldChg>
      <pc:sldChg chg="modSp new del mod">
        <pc:chgData name="Philippe Bohny" userId="f92dccc7a0284954" providerId="LiveId" clId="{C6B61A32-BB05-4EE7-BF19-FC562DFA835E}" dt="2025-12-08T17:30:15.896" v="321" actId="47"/>
        <pc:sldMkLst>
          <pc:docMk/>
          <pc:sldMk cId="2949964397" sldId="323"/>
        </pc:sldMkLst>
        <pc:spChg chg="mod">
          <ac:chgData name="Philippe Bohny" userId="f92dccc7a0284954" providerId="LiveId" clId="{C6B61A32-BB05-4EE7-BF19-FC562DFA835E}" dt="2025-12-08T16:46:52.025" v="53" actId="20577"/>
          <ac:spMkLst>
            <pc:docMk/>
            <pc:sldMk cId="2949964397" sldId="323"/>
            <ac:spMk id="2" creationId="{EB810D15-7B27-1951-F05E-0829E80FBAD3}"/>
          </ac:spMkLst>
        </pc:spChg>
      </pc:sldChg>
      <pc:sldChg chg="addSp delSp modSp new mod modNotesTx">
        <pc:chgData name="Philippe Bohny" userId="f92dccc7a0284954" providerId="LiveId" clId="{C6B61A32-BB05-4EE7-BF19-FC562DFA835E}" dt="2025-12-08T18:51:45.992" v="1236"/>
        <pc:sldMkLst>
          <pc:docMk/>
          <pc:sldMk cId="4254058939" sldId="324"/>
        </pc:sldMkLst>
        <pc:spChg chg="mod">
          <ac:chgData name="Philippe Bohny" userId="f92dccc7a0284954" providerId="LiveId" clId="{C6B61A32-BB05-4EE7-BF19-FC562DFA835E}" dt="2025-12-08T17:21:41.073" v="96" actId="20577"/>
          <ac:spMkLst>
            <pc:docMk/>
            <pc:sldMk cId="4254058939" sldId="324"/>
            <ac:spMk id="2" creationId="{6DB2DE53-4E71-F677-0BFF-AD303471CADD}"/>
          </ac:spMkLst>
        </pc:spChg>
        <pc:spChg chg="add del">
          <ac:chgData name="Philippe Bohny" userId="f92dccc7a0284954" providerId="LiveId" clId="{C6B61A32-BB05-4EE7-BF19-FC562DFA835E}" dt="2025-12-08T17:22:23.413" v="100" actId="478"/>
          <ac:spMkLst>
            <pc:docMk/>
            <pc:sldMk cId="4254058939" sldId="324"/>
            <ac:spMk id="3" creationId="{99FCAA97-29F8-1D5F-EB72-8921AA460C92}"/>
          </ac:spMkLst>
        </pc:spChg>
        <pc:spChg chg="add mod">
          <ac:chgData name="Philippe Bohny" userId="f92dccc7a0284954" providerId="LiveId" clId="{C6B61A32-BB05-4EE7-BF19-FC562DFA835E}" dt="2025-12-08T17:20:59.457" v="86"/>
          <ac:spMkLst>
            <pc:docMk/>
            <pc:sldMk cId="4254058939" sldId="324"/>
            <ac:spMk id="10" creationId="{7941A9A6-D1C9-4EA5-9A08-F9B07D95C8BB}"/>
          </ac:spMkLst>
        </pc:spChg>
        <pc:spChg chg="add mod">
          <ac:chgData name="Philippe Bohny" userId="f92dccc7a0284954" providerId="LiveId" clId="{C6B61A32-BB05-4EE7-BF19-FC562DFA835E}" dt="2025-12-08T17:20:59.457" v="86"/>
          <ac:spMkLst>
            <pc:docMk/>
            <pc:sldMk cId="4254058939" sldId="324"/>
            <ac:spMk id="11" creationId="{3FC2EA81-FB70-061A-EB3D-63B98F61F360}"/>
          </ac:spMkLst>
        </pc:spChg>
        <pc:spChg chg="add mod">
          <ac:chgData name="Philippe Bohny" userId="f92dccc7a0284954" providerId="LiveId" clId="{C6B61A32-BB05-4EE7-BF19-FC562DFA835E}" dt="2025-12-08T17:20:59.457" v="86"/>
          <ac:spMkLst>
            <pc:docMk/>
            <pc:sldMk cId="4254058939" sldId="324"/>
            <ac:spMk id="12" creationId="{917ADA93-9ED5-F530-9961-05386DB96ABC}"/>
          </ac:spMkLst>
        </pc:spChg>
        <pc:spChg chg="add mod">
          <ac:chgData name="Philippe Bohny" userId="f92dccc7a0284954" providerId="LiveId" clId="{C6B61A32-BB05-4EE7-BF19-FC562DFA835E}" dt="2025-12-08T17:21:13.329" v="87"/>
          <ac:spMkLst>
            <pc:docMk/>
            <pc:sldMk cId="4254058939" sldId="324"/>
            <ac:spMk id="15" creationId="{4516A6E3-4138-41F4-41A2-DEB454107079}"/>
          </ac:spMkLst>
        </pc:spChg>
        <pc:spChg chg="add mod">
          <ac:chgData name="Philippe Bohny" userId="f92dccc7a0284954" providerId="LiveId" clId="{C6B61A32-BB05-4EE7-BF19-FC562DFA835E}" dt="2025-12-08T17:21:13.329" v="87"/>
          <ac:spMkLst>
            <pc:docMk/>
            <pc:sldMk cId="4254058939" sldId="324"/>
            <ac:spMk id="16" creationId="{45275153-07A3-6201-1E64-2D22C2BBAA9C}"/>
          </ac:spMkLst>
        </pc:spChg>
        <pc:spChg chg="add mod">
          <ac:chgData name="Philippe Bohny" userId="f92dccc7a0284954" providerId="LiveId" clId="{C6B61A32-BB05-4EE7-BF19-FC562DFA835E}" dt="2025-12-08T17:21:13.329" v="87"/>
          <ac:spMkLst>
            <pc:docMk/>
            <pc:sldMk cId="4254058939" sldId="324"/>
            <ac:spMk id="17" creationId="{900036AF-77C0-CE8B-0E50-C9520B5ABC42}"/>
          </ac:spMkLst>
        </pc:spChg>
        <pc:spChg chg="add mod">
          <ac:chgData name="Philippe Bohny" userId="f92dccc7a0284954" providerId="LiveId" clId="{C6B61A32-BB05-4EE7-BF19-FC562DFA835E}" dt="2025-12-08T17:21:28.034" v="91"/>
          <ac:spMkLst>
            <pc:docMk/>
            <pc:sldMk cId="4254058939" sldId="324"/>
            <ac:spMk id="20" creationId="{01347AF0-B625-0565-8A65-4C51D1AD4898}"/>
          </ac:spMkLst>
        </pc:spChg>
        <pc:spChg chg="add mod">
          <ac:chgData name="Philippe Bohny" userId="f92dccc7a0284954" providerId="LiveId" clId="{C6B61A32-BB05-4EE7-BF19-FC562DFA835E}" dt="2025-12-08T17:21:28.034" v="91"/>
          <ac:spMkLst>
            <pc:docMk/>
            <pc:sldMk cId="4254058939" sldId="324"/>
            <ac:spMk id="21" creationId="{BA6657DB-28B4-3F57-849A-80273EEA1332}"/>
          </ac:spMkLst>
        </pc:spChg>
        <pc:spChg chg="add mod">
          <ac:chgData name="Philippe Bohny" userId="f92dccc7a0284954" providerId="LiveId" clId="{C6B61A32-BB05-4EE7-BF19-FC562DFA835E}" dt="2025-12-08T17:21:28.034" v="91"/>
          <ac:spMkLst>
            <pc:docMk/>
            <pc:sldMk cId="4254058939" sldId="324"/>
            <ac:spMk id="22" creationId="{816F6120-D9E5-656B-305F-8C032B0283F6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2" creationId="{4519FE3B-3EDE-EDBC-F800-F495B5DA1506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3" creationId="{BA4FB247-B647-2BFC-5ABA-240A42D9FB19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4" creationId="{1BCFCBB7-2396-1F51-7977-BE4CA33E7CA1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5" creationId="{C1FAE58A-0FA0-BC3C-C884-7FD296205DED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6" creationId="{30E3A451-E791-F68B-B2E3-40C685FA91C0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7" creationId="{E68969A0-B3B4-EFDC-9333-A6A02210BF01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8" creationId="{390FE4E7-6AA3-5BD5-E384-E473862F9753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49" creationId="{75917AC0-C8F9-D225-1D36-03CB61C0B443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0" creationId="{6F5B5E09-1985-9F12-3D94-2B1F05C5E160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1" creationId="{3E95D16D-2BFF-1C90-4C8B-02676FCD4AB1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2" creationId="{9D6DF3E0-ACE5-84D7-DAC5-001B4E74EDA2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3" creationId="{9580835E-1F48-7D02-8DC2-FF14D0EC62BE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4" creationId="{042412E5-6992-220A-2B05-0B6110967BF5}"/>
          </ac:spMkLst>
        </pc:spChg>
        <pc:spChg chg="add mod">
          <ac:chgData name="Philippe Bohny" userId="f92dccc7a0284954" providerId="LiveId" clId="{C6B61A32-BB05-4EE7-BF19-FC562DFA835E}" dt="2025-12-08T17:22:16.931" v="99" actId="1076"/>
          <ac:spMkLst>
            <pc:docMk/>
            <pc:sldMk cId="4254058939" sldId="324"/>
            <ac:spMk id="55" creationId="{9CB55E81-110A-0148-5755-7BCD9731A192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75" creationId="{D465CFEF-4461-D7E3-6884-3B077A554695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76" creationId="{9CDC9DFC-EF7C-578D-44AC-37DFDCE331E6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77" creationId="{848AF064-7A1C-7E05-D84E-8F8335A59A2C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78" creationId="{DE23B28A-4CBC-A837-A5C1-9FD1FB3528F4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79" creationId="{AB6CE1BC-AC81-2D56-4694-AD7C82392C0A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0" creationId="{F5308D8E-E27F-39F7-00C6-827CEE2AC917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1" creationId="{5316EB3B-70A3-3620-E6CE-0FB2C38291BF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2" creationId="{9E0F0CEF-5EC2-4512-3F42-EB7B4713AFAE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3" creationId="{74D76561-962C-FCEC-41D5-3BE95332494C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4" creationId="{631FE169-01A9-BEA7-1A6C-3043832070FC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5" creationId="{2E8AE454-D358-498B-1278-645A4DEFF4C9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6" creationId="{2740F7C5-B964-D166-6C61-A906FCE81D76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7" creationId="{E40C3F91-ACD4-3F48-4275-13E38666CF58}"/>
          </ac:spMkLst>
        </pc:spChg>
        <pc:spChg chg="add mod">
          <ac:chgData name="Philippe Bohny" userId="f92dccc7a0284954" providerId="LiveId" clId="{C6B61A32-BB05-4EE7-BF19-FC562DFA835E}" dt="2025-12-08T17:22:56.273" v="177" actId="1037"/>
          <ac:spMkLst>
            <pc:docMk/>
            <pc:sldMk cId="4254058939" sldId="324"/>
            <ac:spMk id="88" creationId="{BEA9A3F0-86AE-F835-AC99-E791C46D986D}"/>
          </ac:spMkLst>
        </pc:spChg>
        <pc:spChg chg="add mod">
          <ac:chgData name="Philippe Bohny" userId="f92dccc7a0284954" providerId="LiveId" clId="{C6B61A32-BB05-4EE7-BF19-FC562DFA835E}" dt="2025-12-08T17:34:16.737" v="389" actId="1076"/>
          <ac:spMkLst>
            <pc:docMk/>
            <pc:sldMk cId="4254058939" sldId="324"/>
            <ac:spMk id="89" creationId="{6E88C47A-59CD-B9FD-9A27-7C89ADB15084}"/>
          </ac:spMkLst>
        </pc:spChg>
        <pc:picChg chg="add mod">
          <ac:chgData name="Philippe Bohny" userId="f92dccc7a0284954" providerId="LiveId" clId="{C6B61A32-BB05-4EE7-BF19-FC562DFA835E}" dt="2025-12-08T17:20:59.457" v="86"/>
          <ac:picMkLst>
            <pc:docMk/>
            <pc:sldMk cId="4254058939" sldId="324"/>
            <ac:picMk id="7" creationId="{10A0A305-C14A-618E-F13E-6A4DC606CD7F}"/>
          </ac:picMkLst>
        </pc:picChg>
        <pc:picChg chg="add mod">
          <ac:chgData name="Philippe Bohny" userId="f92dccc7a0284954" providerId="LiveId" clId="{C6B61A32-BB05-4EE7-BF19-FC562DFA835E}" dt="2025-12-08T17:20:59.457" v="86"/>
          <ac:picMkLst>
            <pc:docMk/>
            <pc:sldMk cId="4254058939" sldId="324"/>
            <ac:picMk id="8" creationId="{600411FC-9CC0-A22C-5FF0-FFB7B3A122F4}"/>
          </ac:picMkLst>
        </pc:picChg>
        <pc:picChg chg="add mod">
          <ac:chgData name="Philippe Bohny" userId="f92dccc7a0284954" providerId="LiveId" clId="{C6B61A32-BB05-4EE7-BF19-FC562DFA835E}" dt="2025-12-08T17:20:59.457" v="86"/>
          <ac:picMkLst>
            <pc:docMk/>
            <pc:sldMk cId="4254058939" sldId="324"/>
            <ac:picMk id="9" creationId="{01304007-127F-74A5-B509-A174A68FB02F}"/>
          </ac:picMkLst>
        </pc:picChg>
        <pc:picChg chg="add mod">
          <ac:chgData name="Philippe Bohny" userId="f92dccc7a0284954" providerId="LiveId" clId="{C6B61A32-BB05-4EE7-BF19-FC562DFA835E}" dt="2025-12-08T17:21:13.329" v="87"/>
          <ac:picMkLst>
            <pc:docMk/>
            <pc:sldMk cId="4254058939" sldId="324"/>
            <ac:picMk id="13" creationId="{54DA196C-A38B-0C1B-E438-21FF4EAD3BD4}"/>
          </ac:picMkLst>
        </pc:picChg>
        <pc:picChg chg="add mod">
          <ac:chgData name="Philippe Bohny" userId="f92dccc7a0284954" providerId="LiveId" clId="{C6B61A32-BB05-4EE7-BF19-FC562DFA835E}" dt="2025-12-08T17:21:13.329" v="87"/>
          <ac:picMkLst>
            <pc:docMk/>
            <pc:sldMk cId="4254058939" sldId="324"/>
            <ac:picMk id="14" creationId="{894F2CF7-6A7A-B636-CF08-7B42141A5BFA}"/>
          </ac:picMkLst>
        </pc:picChg>
        <pc:picChg chg="add mod">
          <ac:chgData name="Philippe Bohny" userId="f92dccc7a0284954" providerId="LiveId" clId="{C6B61A32-BB05-4EE7-BF19-FC562DFA835E}" dt="2025-12-08T17:21:28.034" v="91"/>
          <ac:picMkLst>
            <pc:docMk/>
            <pc:sldMk cId="4254058939" sldId="324"/>
            <ac:picMk id="18" creationId="{35328606-9A74-4F07-80BC-30B0F71DC2B3}"/>
          </ac:picMkLst>
        </pc:picChg>
        <pc:picChg chg="add mod">
          <ac:chgData name="Philippe Bohny" userId="f92dccc7a0284954" providerId="LiveId" clId="{C6B61A32-BB05-4EE7-BF19-FC562DFA835E}" dt="2025-12-08T17:21:28.034" v="91"/>
          <ac:picMkLst>
            <pc:docMk/>
            <pc:sldMk cId="4254058939" sldId="324"/>
            <ac:picMk id="19" creationId="{568AE241-FC87-A0D8-43D5-45F66378C8BE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3" creationId="{FABEF60C-148B-5D3F-027A-47E699369859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4" creationId="{46CC4041-8C6C-6CEB-49F3-9A6EBFC3B6C5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5" creationId="{148E978F-2028-45A1-25F9-955F2AF6159E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6" creationId="{B41235A0-5CBB-7694-ACA1-80EC06A551E8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7" creationId="{197E12C6-E7C9-A3BA-1FCD-FD2290DA7F50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8" creationId="{419C95FB-D4AB-1741-5813-D1BF7BF808D8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29" creationId="{FA54B86F-FB0F-1FE0-7A46-9C672D9DCE1B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0" creationId="{6907B71D-ABAA-D050-3BAC-ECF9AD02534A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1" creationId="{F33F85E8-CBAA-4D74-DDA3-72819DAB711A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2" creationId="{2A325611-7380-FC20-0649-314B141D220B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3" creationId="{32B8B5CC-C515-4078-0011-A9FFBC38AB40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4" creationId="{602CC48B-3942-1EA8-8AA7-6B13A31781AC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5" creationId="{0E7F958C-4996-8385-0B6D-36303FA88610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6" creationId="{6EE8DEE0-BDA6-DE70-D706-3347B64A3E4C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7" creationId="{931ADD75-027C-9F1A-2550-B45949A42430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8" creationId="{775D6B53-659E-B11B-B9C6-222A8BC35B99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39" creationId="{CB837B81-BA0C-BA72-ED40-2C85A38D5DDE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40" creationId="{9979E149-51F1-03F0-A090-086730672009}"/>
          </ac:picMkLst>
        </pc:picChg>
        <pc:picChg chg="add mod">
          <ac:chgData name="Philippe Bohny" userId="f92dccc7a0284954" providerId="LiveId" clId="{C6B61A32-BB05-4EE7-BF19-FC562DFA835E}" dt="2025-12-08T17:22:16.931" v="99" actId="1076"/>
          <ac:picMkLst>
            <pc:docMk/>
            <pc:sldMk cId="4254058939" sldId="324"/>
            <ac:picMk id="41" creationId="{0CBA857B-BEEC-D6AD-A397-DBD81A212F2B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56" creationId="{B2AB6946-E27E-D611-9586-DB5FCABA2BEE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57" creationId="{E515F0A3-D96E-422B-DEBC-082E439B465F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58" creationId="{4F1EBC27-A673-5EBE-7575-9405276DBC4B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59" creationId="{71A92943-7C58-A136-D61C-205091638AE7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0" creationId="{7B466A79-DF3F-5DD2-E088-B8AE788CFD4D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1" creationId="{028ED4CD-3D50-035B-1D9B-1B8EA0707114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2" creationId="{7C778DC7-5C2C-469C-A54A-10A6949863D5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3" creationId="{F70A9536-3BC9-DC67-C462-7BF3AE32096C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4" creationId="{5445C8FE-3CBB-9449-C28A-22F38DF2DC1A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5" creationId="{F2475960-02CB-AEAC-342F-F0483237C5B6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6" creationId="{92237629-C8CB-D83A-8D71-61AF52901EA2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7" creationId="{8F05C65E-829F-42A5-8B79-A5304C885EE0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8" creationId="{90205626-E722-9A05-E10D-CA08DD183A62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69" creationId="{8EA30562-4BC8-497F-2428-D1FE97CB1474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70" creationId="{AC0BD3C3-2A26-4D87-4A45-BA0BAD87FE31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71" creationId="{F7E4E34F-EEB6-7A52-B89C-79D773672A96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72" creationId="{42C5A8A1-B410-1BDB-C12A-87BECA15CE28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73" creationId="{97C75165-F6C3-6BC5-2121-450EE80461B9}"/>
          </ac:picMkLst>
        </pc:picChg>
        <pc:picChg chg="add mod">
          <ac:chgData name="Philippe Bohny" userId="f92dccc7a0284954" providerId="LiveId" clId="{C6B61A32-BB05-4EE7-BF19-FC562DFA835E}" dt="2025-12-08T17:22:56.273" v="177" actId="1037"/>
          <ac:picMkLst>
            <pc:docMk/>
            <pc:sldMk cId="4254058939" sldId="324"/>
            <ac:picMk id="74" creationId="{35224BEC-FB05-1835-42CE-D0EB65CB2CD5}"/>
          </ac:picMkLst>
        </pc:picChg>
      </pc:sldChg>
      <pc:sldChg chg="addSp delSp modSp new mod modNotesTx">
        <pc:chgData name="Philippe Bohny" userId="f92dccc7a0284954" providerId="LiveId" clId="{C6B61A32-BB05-4EE7-BF19-FC562DFA835E}" dt="2025-12-08T18:52:29.502" v="1237"/>
        <pc:sldMkLst>
          <pc:docMk/>
          <pc:sldMk cId="515510954" sldId="325"/>
        </pc:sldMkLst>
        <pc:spChg chg="mod">
          <ac:chgData name="Philippe Bohny" userId="f92dccc7a0284954" providerId="LiveId" clId="{C6B61A32-BB05-4EE7-BF19-FC562DFA835E}" dt="2025-12-08T17:23:27.571" v="238" actId="20577"/>
          <ac:spMkLst>
            <pc:docMk/>
            <pc:sldMk cId="515510954" sldId="325"/>
            <ac:spMk id="2" creationId="{EB7DB845-6B2A-1B4D-E939-E0A7E322BC86}"/>
          </ac:spMkLst>
        </pc:spChg>
        <pc:spChg chg="del">
          <ac:chgData name="Philippe Bohny" userId="f92dccc7a0284954" providerId="LiveId" clId="{C6B61A32-BB05-4EE7-BF19-FC562DFA835E}" dt="2025-12-08T17:24:01.272" v="239" actId="478"/>
          <ac:spMkLst>
            <pc:docMk/>
            <pc:sldMk cId="515510954" sldId="325"/>
            <ac:spMk id="3" creationId="{6DCE761C-549B-4644-C5DC-44BC848C94BC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2" creationId="{F6E4DD3D-6753-BB3B-1E1F-12FC123594E6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3" creationId="{76BB7031-A7A8-A78E-4384-41E8C41060B8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4" creationId="{02301799-A70F-9A60-FEA7-36D80FFBF099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5" creationId="{F7721AA6-C64E-7AC7-0716-5BC7FA6A301C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6" creationId="{4942AD9E-5204-B9C7-DA60-B05C389ECEA8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7" creationId="{3C8D8171-AFAB-CEF8-43AF-3344DC80B948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8" creationId="{4D89F2F2-0903-7ACE-B836-85C5676137DC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39" creationId="{8A234278-D355-C868-38CC-4BBA4A78107D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0" creationId="{57657C28-7936-AE44-5889-F96824A27BAF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1" creationId="{D9BAEC35-93A3-CB34-1C40-37D1D7344B0A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2" creationId="{FF9F4075-20E0-8441-19C9-6FB4D36981FE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3" creationId="{B2D0087C-9D29-8B01-5FC0-82525842E306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4" creationId="{28A753C1-64A1-E167-286F-557CBA40F387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5" creationId="{370D2461-502C-24A3-96F2-4F8A8E5648E4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6" creationId="{5486C3B4-E4DC-30EE-BDC2-77067451BF75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7" creationId="{D3126D1C-207C-C33B-1C73-1F861F220E38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8" creationId="{9ABEECB5-B3E6-5E40-291F-BD530AE717EA}"/>
          </ac:spMkLst>
        </pc:spChg>
        <pc:spChg chg="add mod">
          <ac:chgData name="Philippe Bohny" userId="f92dccc7a0284954" providerId="LiveId" clId="{C6B61A32-BB05-4EE7-BF19-FC562DFA835E}" dt="2025-12-08T17:24:27.050" v="269" actId="1036"/>
          <ac:spMkLst>
            <pc:docMk/>
            <pc:sldMk cId="515510954" sldId="325"/>
            <ac:spMk id="49" creationId="{25E96A14-FB6B-5B92-519B-E5A6FF900248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79" creationId="{CF598CF8-9DE3-7B01-311D-3FF45B518821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0" creationId="{A56A6048-AE49-1451-F67E-E5E848E24CB5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1" creationId="{64C1B754-765A-38A3-8FBD-5D9B43009CF0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2" creationId="{7B35F6D5-2D2D-A37A-13AA-20B349F6B89B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3" creationId="{36052A26-F8AC-1EA9-ED6E-2C35E7A13821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4" creationId="{B56EAAC4-7CC8-CF53-B570-C4A874DFE410}"/>
          </ac:spMkLst>
        </pc:spChg>
        <pc:spChg chg="add mod">
          <ac:chgData name="Philippe Bohny" userId="f92dccc7a0284954" providerId="LiveId" clId="{C6B61A32-BB05-4EE7-BF19-FC562DFA835E}" dt="2025-12-08T17:24:50.417" v="298" actId="1038"/>
          <ac:spMkLst>
            <pc:docMk/>
            <pc:sldMk cId="515510954" sldId="325"/>
            <ac:spMk id="85" creationId="{4DFBCF3D-C749-F4C4-A958-D98988D7131F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86" creationId="{765DC544-F8B0-9B84-339F-859D5F83A2E1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87" creationId="{AAFF0E7A-CFA9-D90D-C27D-D8193CD16F66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88" creationId="{DBA27D4C-11F6-FB96-176E-538B0CACE6AE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89" creationId="{3874C67E-78D5-0818-DECB-C8992E78A305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0" creationId="{6860E7E6-2341-9310-9FBA-09B2408225FD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1" creationId="{6C6F15BE-15B8-AEF3-A145-AFD822DD05FE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2" creationId="{88D1FF07-16A9-E30E-C1A7-36811C993709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3" creationId="{C7BE3709-E1CA-2842-ED01-656ED631021A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4" creationId="{7C40FC0E-32CB-D3B4-838F-C3F82A2F0F7F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5" creationId="{CE54246B-615F-1609-D079-503FB17BC6B4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6" creationId="{46581D18-2213-7516-FEC0-57368958FEA7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7" creationId="{AE3A55DE-CE18-BF4B-F6B1-CA7D6C7A627C}"/>
          </ac:spMkLst>
        </pc:spChg>
        <pc:spChg chg="add mod">
          <ac:chgData name="Philippe Bohny" userId="f92dccc7a0284954" providerId="LiveId" clId="{C6B61A32-BB05-4EE7-BF19-FC562DFA835E}" dt="2025-12-08T17:36:06.443" v="441" actId="1035"/>
          <ac:spMkLst>
            <pc:docMk/>
            <pc:sldMk cId="515510954" sldId="325"/>
            <ac:spMk id="98" creationId="{68D2D795-6582-70C7-E488-2AE0529C0167}"/>
          </ac:spMkLst>
        </pc:spChg>
        <pc:graphicFrameChg chg="add mod">
          <ac:chgData name="Philippe Bohny" userId="f92dccc7a0284954" providerId="LiveId" clId="{C6B61A32-BB05-4EE7-BF19-FC562DFA835E}" dt="2025-12-08T17:29:25.957" v="319" actId="1076"/>
          <ac:graphicFrameMkLst>
            <pc:docMk/>
            <pc:sldMk cId="515510954" sldId="325"/>
            <ac:graphicFrameMk id="101" creationId="{0E10A6EE-2292-9571-CFD2-455382F19C3B}"/>
          </ac:graphicFrameMkLst>
        </pc:graphicFrame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7" creationId="{8D19E08B-2E13-4866-E1BD-4E4A5A3B14D8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8" creationId="{8DE8A275-A144-18AA-3492-D5915F9B1982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9" creationId="{1F67E3D9-BB1A-9EB3-5CB4-4D0A723726D6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0" creationId="{A649E7BF-4938-DDF4-A5F0-435BA50104AF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1" creationId="{3EA15CB8-2850-B2C4-6AA5-C623FCAA22F4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2" creationId="{C5587959-D249-9276-40D3-8239A32BBCD8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3" creationId="{8E35A7B9-A87B-4A44-CA12-E7A6848ED06E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4" creationId="{03A0CE7C-73D5-AA78-0B15-CCC009455F80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5" creationId="{703EF48F-6E05-54DC-271D-7FFB6C39F351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6" creationId="{06473931-9D55-9916-C45C-93ED3C5A31E2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7" creationId="{5E89C7AF-5F26-3018-3694-AC2ADEBBCA6F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8" creationId="{E316F8B4-21B8-E7A8-B39A-023725DD37E8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19" creationId="{36C3D5F0-130D-8612-3213-74059686651E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0" creationId="{CE895F0B-96F0-683E-B34B-E1E4D1204F61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1" creationId="{DABA1CD3-6158-613C-6E4F-40257E70560F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2" creationId="{89A3912A-7CE2-209B-E2A7-A2BB42111262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3" creationId="{A7F86365-5720-B529-31C9-D64C71D3F65F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4" creationId="{29D87D81-9EC1-3900-251E-7FF429123F3C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5" creationId="{5BD057A7-D327-1CF7-640D-F1A97CB683B5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6" creationId="{5060CF9A-4D2C-2F4F-3722-B4A6BEA5D85C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7" creationId="{5AA2F716-725E-D5A5-2BBF-A30CA33DC90C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8" creationId="{C43D3CEC-BE42-9DE1-251B-5DE11AD7A9BE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29" creationId="{2C63E810-B753-1D19-C9EB-D80C827BDEEC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30" creationId="{EABCD1A4-8EED-F18C-67F3-0A634709D492}"/>
          </ac:picMkLst>
        </pc:picChg>
        <pc:picChg chg="add mod">
          <ac:chgData name="Philippe Bohny" userId="f92dccc7a0284954" providerId="LiveId" clId="{C6B61A32-BB05-4EE7-BF19-FC562DFA835E}" dt="2025-12-08T17:24:27.050" v="269" actId="1036"/>
          <ac:picMkLst>
            <pc:docMk/>
            <pc:sldMk cId="515510954" sldId="325"/>
            <ac:picMk id="31" creationId="{8E7A37D3-6396-5036-2955-A87A23CEC553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0" creationId="{241DB0E7-9E08-EF8D-FB1C-96CF5E9BB29E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1" creationId="{0D170E04-B1C2-E39F-9602-A9592B486A5A}"/>
          </ac:picMkLst>
        </pc:picChg>
        <pc:picChg chg="add del mod">
          <ac:chgData name="Philippe Bohny" userId="f92dccc7a0284954" providerId="LiveId" clId="{C6B61A32-BB05-4EE7-BF19-FC562DFA835E}" dt="2025-12-08T17:28:58.988" v="313" actId="478"/>
          <ac:picMkLst>
            <pc:docMk/>
            <pc:sldMk cId="515510954" sldId="325"/>
            <ac:picMk id="52" creationId="{52CBB79E-D801-02D6-B8BC-10EEDD4989D4}"/>
          </ac:picMkLst>
        </pc:picChg>
        <pc:picChg chg="add mod">
          <ac:chgData name="Philippe Bohny" userId="f92dccc7a0284954" providerId="LiveId" clId="{C6B61A32-BB05-4EE7-BF19-FC562DFA835E}" dt="2025-12-08T17:25:00.632" v="299" actId="1076"/>
          <ac:picMkLst>
            <pc:docMk/>
            <pc:sldMk cId="515510954" sldId="325"/>
            <ac:picMk id="53" creationId="{DDC8EE6D-330C-EA92-F697-89F25A464D22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4" creationId="{0A249AAB-FD62-063A-1CA5-89CE6ECB701E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5" creationId="{88AB4DF1-CB68-552A-D567-E25410D98C71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6" creationId="{51E5B1B2-25BF-156E-61BC-E14A37A98277}"/>
          </ac:picMkLst>
        </pc:picChg>
        <pc:picChg chg="add mod">
          <ac:chgData name="Philippe Bohny" userId="f92dccc7a0284954" providerId="LiveId" clId="{C6B61A32-BB05-4EE7-BF19-FC562DFA835E}" dt="2025-12-08T17:24:50.417" v="298" actId="1038"/>
          <ac:picMkLst>
            <pc:docMk/>
            <pc:sldMk cId="515510954" sldId="325"/>
            <ac:picMk id="57" creationId="{BBB93B09-0178-3784-5710-8EBC24C24963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58" creationId="{F311D851-FAC2-6697-35DC-82C079E24A76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59" creationId="{4D3885E9-FAE2-1597-9BEE-F05643925326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0" creationId="{70C9469A-B79B-03ED-F3BE-C08D31D2ACA5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1" creationId="{063864BC-C8F5-278D-D1F2-076F61FEDFF4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2" creationId="{4C51B343-DF7B-7454-154F-AE532AA82CDE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3" creationId="{DA6CAB45-DE0A-D4AD-283B-0F371A01F767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4" creationId="{CA175A38-332B-EC6E-92ED-EF38A5B9AD70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5" creationId="{7050D676-8366-76FF-D9AF-E09D692EE6DF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6" creationId="{336F9B7A-D231-2AFF-5087-F11894ED19C4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7" creationId="{54C21D15-2C1C-DE23-9926-6073159951B6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8" creationId="{2DB6ADFD-1869-ADBF-0B01-1056BB58BD8A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69" creationId="{98DAFBF7-B065-A9CE-BA0D-44BF3270868B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0" creationId="{800B73EC-1AC9-1D24-DD0D-062AC58E0CF8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1" creationId="{FBC78111-EF30-4BED-3EEF-C6BD3F05572F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2" creationId="{CB083BAC-E6EE-1AB0-FDDE-A02B1E75045A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3" creationId="{B77E26B5-7B72-B210-53F2-DBF1F217F502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4" creationId="{8726273C-023F-3CB1-961F-84A064292F44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5" creationId="{97EAF32F-F653-E641-74C8-9C651BFD6A17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6" creationId="{DA4A3132-8367-5E75-E193-BB890A9009FB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7" creationId="{DD933720-F237-0DA1-64B3-85C640182DE6}"/>
          </ac:picMkLst>
        </pc:picChg>
        <pc:picChg chg="add mod">
          <ac:chgData name="Philippe Bohny" userId="f92dccc7a0284954" providerId="LiveId" clId="{C6B61A32-BB05-4EE7-BF19-FC562DFA835E}" dt="2025-12-08T17:36:06.443" v="441" actId="1035"/>
          <ac:picMkLst>
            <pc:docMk/>
            <pc:sldMk cId="515510954" sldId="325"/>
            <ac:picMk id="78" creationId="{6BE55250-251D-3804-B42A-831E28A2198E}"/>
          </ac:picMkLst>
        </pc:picChg>
      </pc:sldChg>
      <pc:sldChg chg="addSp delSp modSp new mod modNotesTx">
        <pc:chgData name="Philippe Bohny" userId="f92dccc7a0284954" providerId="LiveId" clId="{C6B61A32-BB05-4EE7-BF19-FC562DFA835E}" dt="2025-12-08T18:53:12.413" v="1238"/>
        <pc:sldMkLst>
          <pc:docMk/>
          <pc:sldMk cId="3132437995" sldId="326"/>
        </pc:sldMkLst>
        <pc:spChg chg="mod">
          <ac:chgData name="Philippe Bohny" userId="f92dccc7a0284954" providerId="LiveId" clId="{C6B61A32-BB05-4EE7-BF19-FC562DFA835E}" dt="2025-12-08T17:31:24.862" v="382" actId="20577"/>
          <ac:spMkLst>
            <pc:docMk/>
            <pc:sldMk cId="3132437995" sldId="326"/>
            <ac:spMk id="2" creationId="{F54148FD-5B25-1650-2D27-BCA32C1D0B07}"/>
          </ac:spMkLst>
        </pc:spChg>
        <pc:spChg chg="del">
          <ac:chgData name="Philippe Bohny" userId="f92dccc7a0284954" providerId="LiveId" clId="{C6B61A32-BB05-4EE7-BF19-FC562DFA835E}" dt="2025-12-08T17:31:48.412" v="383" actId="478"/>
          <ac:spMkLst>
            <pc:docMk/>
            <pc:sldMk cId="3132437995" sldId="326"/>
            <ac:spMk id="3" creationId="{4AA40B13-9440-47E4-B789-B362518FF580}"/>
          </ac:spMkLst>
        </pc:spChg>
        <pc:spChg chg="add mod">
          <ac:chgData name="Philippe Bohny" userId="f92dccc7a0284954" providerId="LiveId" clId="{C6B61A32-BB05-4EE7-BF19-FC562DFA835E}" dt="2025-12-08T17:35:28.391" v="414" actId="1037"/>
          <ac:spMkLst>
            <pc:docMk/>
            <pc:sldMk cId="3132437995" sldId="326"/>
            <ac:spMk id="37" creationId="{5726EF7A-7302-CFE5-3235-79095321DE0B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38" creationId="{EE7A8328-8621-63B8-67FB-8CF409428F21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39" creationId="{71C56295-FD59-EC30-F3A3-48058EADD54C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0" creationId="{D43B5F56-D09D-38AB-E26C-C3ACB7C8F7EF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1" creationId="{11CA2C64-096E-2BB9-7EEC-C9FE0B159FEC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2" creationId="{3EE10E12-21FD-117E-37D4-A07F5E051E16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3" creationId="{15A61B08-8BF8-D492-7B2D-EC1EEEE6C75C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4" creationId="{C3FB3130-5A8B-654B-5458-E002BA40E003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5" creationId="{45E3C02F-F6FE-D7B1-EC6F-7E5CE76FC2B2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6" creationId="{FB8880C5-7561-F0F0-24D7-97D02B164139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7" creationId="{F161274F-E2F0-E0BB-7085-1FCC9989FD7B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8" creationId="{DD98053C-D8B9-9AC0-3DDB-75CC2AD739C9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49" creationId="{5E101385-E6A6-068B-FE8D-DE0A24D329BC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50" creationId="{5E965466-F5D1-CB68-1D82-6F9535DE7974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51" creationId="{77E47806-0BC5-43EF-A06B-71776CEE9D9F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52" creationId="{CBE74E99-0664-9BFE-2857-5B79EE6759D1}"/>
          </ac:spMkLst>
        </pc:spChg>
        <pc:spChg chg="add mod">
          <ac:chgData name="Philippe Bohny" userId="f92dccc7a0284954" providerId="LiveId" clId="{C6B61A32-BB05-4EE7-BF19-FC562DFA835E}" dt="2025-12-08T17:31:57.847" v="385" actId="1076"/>
          <ac:spMkLst>
            <pc:docMk/>
            <pc:sldMk cId="3132437995" sldId="326"/>
            <ac:spMk id="53" creationId="{7FF006F5-74C2-9B16-BB28-5E83A91C8245}"/>
          </ac:spMkLst>
        </pc:spChg>
        <pc:spChg chg="add mod">
          <ac:chgData name="Philippe Bohny" userId="f92dccc7a0284954" providerId="LiveId" clId="{C6B61A32-BB05-4EE7-BF19-FC562DFA835E}" dt="2025-12-08T17:32:24.593" v="387" actId="1076"/>
          <ac:spMkLst>
            <pc:docMk/>
            <pc:sldMk cId="3132437995" sldId="326"/>
            <ac:spMk id="54" creationId="{972DE0E7-8C3F-698B-AAEF-910FA42C7677}"/>
          </ac:spMkLst>
        </pc:spChg>
        <pc:picChg chg="add mod">
          <ac:chgData name="Philippe Bohny" userId="f92dccc7a0284954" providerId="LiveId" clId="{C6B61A32-BB05-4EE7-BF19-FC562DFA835E}" dt="2025-12-08T17:35:28.391" v="414" actId="1037"/>
          <ac:picMkLst>
            <pc:docMk/>
            <pc:sldMk cId="3132437995" sldId="326"/>
            <ac:picMk id="7" creationId="{C15A1C8B-5BC7-4D4A-59B7-9F1AD7442CCE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8" creationId="{89602169-0DDF-0158-28A8-B2035E2DFF79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9" creationId="{C7D6A781-524D-33F1-C0AF-47C3C5321769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0" creationId="{F748F566-1DD8-6DE1-69DD-BE319DEC0AEE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1" creationId="{63D1D7DC-33E7-8A85-3FA9-10319F1D6957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2" creationId="{3DE19430-447B-A9FB-CBDE-9C161F7BB401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3" creationId="{474187FD-F35B-C71B-E8FF-D3487194387C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4" creationId="{87658F48-B75D-56DA-DA20-4EAE4E661276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5" creationId="{8F51F8A8-3809-AD9B-DB07-7A0647FB17D1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6" creationId="{6AB9B14A-423D-1868-0D5C-5190266B8CB5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7" creationId="{FD53CA20-72C9-70A2-D18B-DE05A3843B46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8" creationId="{DFA801CA-919D-DD5D-DB4A-94EAB63171EF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19" creationId="{E4A66965-977A-5D82-F87E-07E78F30D0CA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0" creationId="{22B5DF68-2120-5F9F-E02E-4FEED40B5795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1" creationId="{1ECD7044-66BF-6690-ADCA-5295C22E2B3A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2" creationId="{C77D20AF-169B-7D1A-5BA6-30D405583C31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3" creationId="{18DE9693-727E-F741-FFD2-33241F59514D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4" creationId="{EC7AC151-98C6-96B0-043E-44C03B3BA6D7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5" creationId="{43380F63-F79E-B7AC-871D-07BF06EE08B7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6" creationId="{6581AB4C-4C2B-F7AC-207F-D4879ACAC88A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7" creationId="{4BF11507-054C-1A0B-A143-DDF7C9414DF6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8" creationId="{AFC44806-3634-EAE4-D7B4-243291774C5F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29" creationId="{A5404190-C963-B5A2-8B75-CE5BFA9E477C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0" creationId="{13798A15-5B64-073E-99C4-B70A2FF6338E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1" creationId="{E2E16B03-B4EF-24CA-0F94-D586FEB2F57C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2" creationId="{C9C9E0C4-B6B5-0787-C395-4527FEF9D6DC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3" creationId="{C114EB27-BF03-DED7-6D97-494BC4313CBB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4" creationId="{AF04D06B-F467-E2F6-D0AF-367ED49A14B8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5" creationId="{12ADEE9E-9782-E261-3BFD-D59060BDE839}"/>
          </ac:picMkLst>
        </pc:picChg>
        <pc:picChg chg="add mod">
          <ac:chgData name="Philippe Bohny" userId="f92dccc7a0284954" providerId="LiveId" clId="{C6B61A32-BB05-4EE7-BF19-FC562DFA835E}" dt="2025-12-08T17:31:57.847" v="385" actId="1076"/>
          <ac:picMkLst>
            <pc:docMk/>
            <pc:sldMk cId="3132437995" sldId="326"/>
            <ac:picMk id="36" creationId="{2CF535B4-9EB0-93BE-5B81-689FE2C5A6B1}"/>
          </ac:picMkLst>
        </pc:picChg>
      </pc:sldChg>
      <pc:sldChg chg="addSp modSp new mod modNotesTx">
        <pc:chgData name="Philippe Bohny" userId="f92dccc7a0284954" providerId="LiveId" clId="{C6B61A32-BB05-4EE7-BF19-FC562DFA835E}" dt="2025-12-08T18:53:24.301" v="1239"/>
        <pc:sldMkLst>
          <pc:docMk/>
          <pc:sldMk cId="972499387" sldId="327"/>
        </pc:sldMkLst>
        <pc:spChg chg="mod">
          <ac:chgData name="Philippe Bohny" userId="f92dccc7a0284954" providerId="LiveId" clId="{C6B61A32-BB05-4EE7-BF19-FC562DFA835E}" dt="2025-12-08T17:36:47.052" v="464" actId="20577"/>
          <ac:spMkLst>
            <pc:docMk/>
            <pc:sldMk cId="972499387" sldId="327"/>
            <ac:spMk id="2" creationId="{34C527DD-9B90-E327-CD62-C856653B386B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2" creationId="{361EA3F9-690F-CAD0-9C8B-63F4DE45BC72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3" creationId="{EFFA0A6D-7557-DC33-849B-CEE180C6B77E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4" creationId="{A7E7AD70-795B-1A05-0849-A075DF25A259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5" creationId="{F8394287-A7EC-ABAD-CAFC-C90258A7933A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6" creationId="{75ABE3DD-F8AF-13EA-A9DC-EEF58EC7C001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7" creationId="{2F96AA96-B2E6-69EB-18E1-03FF5005B9D9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8" creationId="{18E7D810-AF5D-D8AF-0927-342089DE9AE5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49" creationId="{635D2BF0-871D-8386-BCE7-EDAA9CF0286D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0" creationId="{2C66B711-FD45-29A1-E3EF-2343625DEE51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1" creationId="{CC15499F-F1CB-DBBF-4956-7670E2D58634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2" creationId="{B6F62D61-1A0B-F8CD-8F4F-C140F892F03A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3" creationId="{5CA8BEBD-28E4-5C90-D078-EB0D9FF54C9D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4" creationId="{4E5979E3-A945-C78D-7F15-77AE612000DF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5" creationId="{E8599891-557D-79F3-CFBC-693AE861DE7C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6" creationId="{A55DFD09-8866-3BDB-AA14-678D2217691C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7" creationId="{E13922ED-9574-5082-E815-E129226AD167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8" creationId="{134E8286-F756-1449-8558-D9F212889AD4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59" creationId="{13654123-95F9-0D8B-8773-5F6236572953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0" creationId="{6CCCB449-E22F-A9A9-FF39-EE8571346286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1" creationId="{A7215C79-5E3C-C63F-F580-FF75EDECE1A6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2" creationId="{3DEC1EA3-A665-5810-E386-FBADF6E605B4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3" creationId="{BFFE9954-F1E6-9272-EC18-59E1B7F33555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4" creationId="{9A1161F3-A11F-8849-BA88-9B123F7835D2}"/>
          </ac:spMkLst>
        </pc:spChg>
        <pc:spChg chg="add mod">
          <ac:chgData name="Philippe Bohny" userId="f92dccc7a0284954" providerId="LiveId" clId="{C6B61A32-BB05-4EE7-BF19-FC562DFA835E}" dt="2025-12-08T17:37:11.794" v="498" actId="1036"/>
          <ac:spMkLst>
            <pc:docMk/>
            <pc:sldMk cId="972499387" sldId="327"/>
            <ac:spMk id="65" creationId="{41890DF9-C5AF-F935-19EB-C55B07726CF1}"/>
          </ac:spMkLst>
        </pc:sp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7" creationId="{BF34F58D-858A-4E63-1DF6-E2E2161C2B55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8" creationId="{F4CA0B05-A6CB-AD75-C878-20B62C1422E2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9" creationId="{6BED36DD-B737-6278-BCC9-E2FAFD997552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0" creationId="{D2CCB765-EDB8-407E-F348-A48BE83ECE5B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1" creationId="{BE6A0968-FC44-7E96-ADF7-677F9822F118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2" creationId="{C3ACDC61-1596-3A05-D8CD-D9667BE5ADBF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3" creationId="{4DA5494A-CF4E-C5E4-7148-649DDCEBFD31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4" creationId="{6C2D6D3C-6E12-C192-BF74-E0C5AD1E9854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5" creationId="{54860BF5-DD45-F3F5-15BA-9CA242F42D2B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6" creationId="{6305B1CA-669E-D893-83A1-3C0B165D7C92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7" creationId="{02C21B1B-DDF3-F14B-05C7-837EFAFCE1AD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8" creationId="{6DEA3212-EB45-43E8-11BA-750FDEB018AB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19" creationId="{7E8FA30F-5A11-D1EE-4146-CC2B26D7EB10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0" creationId="{95B46397-9B61-E3D6-824B-03BC31992094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1" creationId="{2A4C3F51-A225-52F2-B263-70671A56C5EE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2" creationId="{BB531E3A-D52A-47B0-796A-1668F5845269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3" creationId="{815C2ACA-0078-3037-755B-7E5A3DBC0AF8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4" creationId="{1D99E693-15D2-074A-2DEB-A3EFB627DD0F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5" creationId="{9370C017-96AE-EEC1-7AAC-0E039FF98F99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6" creationId="{523B2A64-B49A-0D6B-BFC6-B4CD2963D10A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7" creationId="{0365F38B-D49C-44A5-7D9B-EE4F9A21B179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8" creationId="{F78D8B99-40D5-A61C-AFF9-0D7E934B5207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29" creationId="{EDF8C7C5-63D4-1448-4D62-E9AA45E57AAA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0" creationId="{3EBC4DDF-4E24-D81B-862B-7C2DB3685917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1" creationId="{D5AA1BB6-8C47-54FB-0C71-6B1EE4158F41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2" creationId="{AD93CA54-A94D-C452-3B8D-9B701A2A35B6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3" creationId="{F15EA000-7924-7075-BF57-594C11E6E2C7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4" creationId="{A27465FA-C0D6-D865-249B-06A54083D12F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5" creationId="{4F168422-FF67-C93D-72C3-86208F749403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6" creationId="{5995E358-231C-BADA-31C9-A9FE11B61C45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7" creationId="{39C57D06-5617-6F6C-FB64-82004182A725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8" creationId="{19423C2D-942B-9E7B-05B2-23E2B25C1456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39" creationId="{F3012881-D139-F511-CCAF-467314F691A4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40" creationId="{60528D2B-475C-070C-7EF2-61B3766C66CA}"/>
          </ac:picMkLst>
        </pc:picChg>
        <pc:picChg chg="add mod">
          <ac:chgData name="Philippe Bohny" userId="f92dccc7a0284954" providerId="LiveId" clId="{C6B61A32-BB05-4EE7-BF19-FC562DFA835E}" dt="2025-12-08T17:37:11.794" v="498" actId="1036"/>
          <ac:picMkLst>
            <pc:docMk/>
            <pc:sldMk cId="972499387" sldId="327"/>
            <ac:picMk id="41" creationId="{53FE02AA-B9A9-8635-194A-2D252F42E0BE}"/>
          </ac:picMkLst>
        </pc:picChg>
      </pc:sldChg>
      <pc:sldChg chg="addSp delSp modSp new mod">
        <pc:chgData name="Philippe Bohny" userId="f92dccc7a0284954" providerId="LiveId" clId="{C6B61A32-BB05-4EE7-BF19-FC562DFA835E}" dt="2025-12-08T17:47:49.510" v="560" actId="20577"/>
        <pc:sldMkLst>
          <pc:docMk/>
          <pc:sldMk cId="259161731" sldId="328"/>
        </pc:sldMkLst>
        <pc:spChg chg="mod">
          <ac:chgData name="Philippe Bohny" userId="f92dccc7a0284954" providerId="LiveId" clId="{C6B61A32-BB05-4EE7-BF19-FC562DFA835E}" dt="2025-12-08T17:45:31.790" v="546" actId="27636"/>
          <ac:spMkLst>
            <pc:docMk/>
            <pc:sldMk cId="259161731" sldId="328"/>
            <ac:spMk id="2" creationId="{2A02AE19-3AB3-84AF-6AE6-49629A6C8045}"/>
          </ac:spMkLst>
        </pc:spChg>
        <pc:spChg chg="del">
          <ac:chgData name="Philippe Bohny" userId="f92dccc7a0284954" providerId="LiveId" clId="{C6B61A32-BB05-4EE7-BF19-FC562DFA835E}" dt="2025-12-08T17:45:53.953" v="547" actId="478"/>
          <ac:spMkLst>
            <pc:docMk/>
            <pc:sldMk cId="259161731" sldId="328"/>
            <ac:spMk id="3" creationId="{8D1FB44E-F3CC-321C-413A-40EF6306474E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29" creationId="{FD399CD4-369F-62E2-C99B-EAB20254BB41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0" creationId="{10EC8115-8071-4CFA-86DA-79A29C1BD97D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1" creationId="{7CC2B35D-3DF8-FBB6-5263-7190D667956A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2" creationId="{D84518B5-CF20-C3CE-2C35-13E71148F1B7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3" creationId="{3ED15951-A616-3F7C-57BB-0FC70956DE5F}"/>
          </ac:spMkLst>
        </pc:spChg>
        <pc:spChg chg="add mod">
          <ac:chgData name="Philippe Bohny" userId="f92dccc7a0284954" providerId="LiveId" clId="{C6B61A32-BB05-4EE7-BF19-FC562DFA835E}" dt="2025-12-08T17:47:49.510" v="560" actId="20577"/>
          <ac:spMkLst>
            <pc:docMk/>
            <pc:sldMk cId="259161731" sldId="328"/>
            <ac:spMk id="34" creationId="{4CAD6146-A9CE-D9FC-8D5F-2F42EA9FD94F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5" creationId="{8E22034D-1E5B-B792-D251-D96BA99E7423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6" creationId="{B0AD1D5F-BB92-66AA-7CDE-195F25E6ECDF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7" creationId="{2A7631CB-DF57-8B2A-F1F4-4B34A79E1475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8" creationId="{F616BDFA-C1DA-CC05-8382-2E5F0E2DDCFA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39" creationId="{5E1FEB43-D4AA-7243-B862-BB2C36B96D4E}"/>
          </ac:spMkLst>
        </pc:spChg>
        <pc:spChg chg="add mod">
          <ac:chgData name="Philippe Bohny" userId="f92dccc7a0284954" providerId="LiveId" clId="{C6B61A32-BB05-4EE7-BF19-FC562DFA835E}" dt="2025-12-08T17:46:43.048" v="552" actId="1076"/>
          <ac:spMkLst>
            <pc:docMk/>
            <pc:sldMk cId="259161731" sldId="328"/>
            <ac:spMk id="40" creationId="{C4F53690-409F-6A62-8E61-59A3AAE5F8DE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41" creationId="{E72FF040-E512-0EEB-7B9F-001FB1420684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42" creationId="{AAF332B1-3EDD-79E3-8A36-4DD3F0582020}"/>
          </ac:spMkLst>
        </pc:spChg>
        <pc:spChg chg="add mod">
          <ac:chgData name="Philippe Bohny" userId="f92dccc7a0284954" providerId="LiveId" clId="{C6B61A32-BB05-4EE7-BF19-FC562DFA835E}" dt="2025-12-08T17:46:15.978" v="549" actId="1076"/>
          <ac:spMkLst>
            <pc:docMk/>
            <pc:sldMk cId="259161731" sldId="328"/>
            <ac:spMk id="43" creationId="{1D072BE8-1AF6-4011-83E7-638520AA71FD}"/>
          </ac:spMkLst>
        </pc:spChg>
        <pc:spChg chg="add del mod">
          <ac:chgData name="Philippe Bohny" userId="f92dccc7a0284954" providerId="LiveId" clId="{C6B61A32-BB05-4EE7-BF19-FC562DFA835E}" dt="2025-12-08T17:47:16.288" v="555" actId="478"/>
          <ac:spMkLst>
            <pc:docMk/>
            <pc:sldMk cId="259161731" sldId="328"/>
            <ac:spMk id="44" creationId="{F7F2A234-B04C-5A67-3CD8-F6185D3CDB1D}"/>
          </ac:spMkLst>
        </pc:spChg>
        <pc:spChg chg="add mod">
          <ac:chgData name="Philippe Bohny" userId="f92dccc7a0284954" providerId="LiveId" clId="{C6B61A32-BB05-4EE7-BF19-FC562DFA835E}" dt="2025-12-08T17:47:29.182" v="557" actId="1076"/>
          <ac:spMkLst>
            <pc:docMk/>
            <pc:sldMk cId="259161731" sldId="328"/>
            <ac:spMk id="46" creationId="{61735530-0BEC-6EB5-38C1-A1670F6D4362}"/>
          </ac:spMkLst>
        </pc:spChg>
        <pc:spChg chg="add mod">
          <ac:chgData name="Philippe Bohny" userId="f92dccc7a0284954" providerId="LiveId" clId="{C6B61A32-BB05-4EE7-BF19-FC562DFA835E}" dt="2025-12-08T17:47:29.182" v="557" actId="1076"/>
          <ac:spMkLst>
            <pc:docMk/>
            <pc:sldMk cId="259161731" sldId="328"/>
            <ac:spMk id="47" creationId="{72E88126-6587-4E50-C53E-56BE8258E293}"/>
          </ac:spMkLst>
        </pc:spChg>
        <pc:spChg chg="add mod">
          <ac:chgData name="Philippe Bohny" userId="f92dccc7a0284954" providerId="LiveId" clId="{C6B61A32-BB05-4EE7-BF19-FC562DFA835E}" dt="2025-12-08T17:47:29.182" v="557" actId="1076"/>
          <ac:spMkLst>
            <pc:docMk/>
            <pc:sldMk cId="259161731" sldId="328"/>
            <ac:spMk id="48" creationId="{7FECFF43-BCA7-B1BF-107C-09F0566DFFF2}"/>
          </ac:spMkLst>
        </pc:spChg>
        <pc:spChg chg="add mod">
          <ac:chgData name="Philippe Bohny" userId="f92dccc7a0284954" providerId="LiveId" clId="{C6B61A32-BB05-4EE7-BF19-FC562DFA835E}" dt="2025-12-08T17:47:29.182" v="557" actId="1076"/>
          <ac:spMkLst>
            <pc:docMk/>
            <pc:sldMk cId="259161731" sldId="328"/>
            <ac:spMk id="49" creationId="{0B722E7A-E087-770E-6A4D-5A331B16B410}"/>
          </ac:spMkLst>
        </pc:sp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7" creationId="{4A73F004-D7D2-C645-8C34-29F52C91187C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8" creationId="{8F23B9F3-D5A8-7138-48D0-4EC95D132AB5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9" creationId="{049EE4B5-2DC4-318D-99AB-AC709230D660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0" creationId="{230136C8-DC96-0F0B-0F1C-5FD026CC8E26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1" creationId="{8F5FB2A0-E4DA-D437-1D61-6AA619AA6937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2" creationId="{20EE8ED2-A732-7E91-8BD6-011D7B6B9553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3" creationId="{49375C1D-8166-4139-5509-AE3679899D01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4" creationId="{8F220905-5AEC-025F-D992-C70EB4E203D3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5" creationId="{17C50C05-9E97-0FC6-FB47-54B43C371FD6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6" creationId="{7C09BDBF-8B3C-9A7D-BE17-F6D09E92CF24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7" creationId="{2380D299-E036-2ED7-0933-291CE8E0A20D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8" creationId="{D72C0011-74E0-F465-9F3E-5D98E979DC1C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19" creationId="{4A77BF6E-8B9F-497B-A68A-51367BAA439A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20" creationId="{281C468D-E991-6750-ABED-7CC191C934A2}"/>
          </ac:picMkLst>
        </pc:picChg>
        <pc:picChg chg="add del mod">
          <ac:chgData name="Philippe Bohny" userId="f92dccc7a0284954" providerId="LiveId" clId="{C6B61A32-BB05-4EE7-BF19-FC562DFA835E}" dt="2025-12-08T17:46:19.920" v="550" actId="478"/>
          <ac:picMkLst>
            <pc:docMk/>
            <pc:sldMk cId="259161731" sldId="328"/>
            <ac:picMk id="21" creationId="{2562E55C-3796-B57F-026F-49525C572852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22" creationId="{C583ED97-21DC-13B4-2CE9-A4343DAC6447}"/>
          </ac:picMkLst>
        </pc:picChg>
        <pc:picChg chg="add mod">
          <ac:chgData name="Philippe Bohny" userId="f92dccc7a0284954" providerId="LiveId" clId="{C6B61A32-BB05-4EE7-BF19-FC562DFA835E}" dt="2025-12-08T17:46:32.929" v="551" actId="1076"/>
          <ac:picMkLst>
            <pc:docMk/>
            <pc:sldMk cId="259161731" sldId="328"/>
            <ac:picMk id="23" creationId="{5B4D42CE-DB22-941E-4407-D98EA3A31934}"/>
          </ac:picMkLst>
        </pc:picChg>
        <pc:picChg chg="add mod">
          <ac:chgData name="Philippe Bohny" userId="f92dccc7a0284954" providerId="LiveId" clId="{C6B61A32-BB05-4EE7-BF19-FC562DFA835E}" dt="2025-12-08T17:46:47.017" v="553" actId="1076"/>
          <ac:picMkLst>
            <pc:docMk/>
            <pc:sldMk cId="259161731" sldId="328"/>
            <ac:picMk id="24" creationId="{B3E46FBE-CC3F-A530-B0FC-CE7B9F1C3BF1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25" creationId="{0E6828F1-8DC2-082B-AD2D-5086A2890C99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26" creationId="{69757611-D7D0-DEFB-ED07-5CA880B86FC5}"/>
          </ac:picMkLst>
        </pc:picChg>
        <pc:picChg chg="add mod">
          <ac:chgData name="Philippe Bohny" userId="f92dccc7a0284954" providerId="LiveId" clId="{C6B61A32-BB05-4EE7-BF19-FC562DFA835E}" dt="2025-12-08T17:46:15.978" v="549" actId="1076"/>
          <ac:picMkLst>
            <pc:docMk/>
            <pc:sldMk cId="259161731" sldId="328"/>
            <ac:picMk id="27" creationId="{23B7B5E5-19AF-5E5B-5681-E4243F3036A7}"/>
          </ac:picMkLst>
        </pc:picChg>
        <pc:picChg chg="add del mod">
          <ac:chgData name="Philippe Bohny" userId="f92dccc7a0284954" providerId="LiveId" clId="{C6B61A32-BB05-4EE7-BF19-FC562DFA835E}" dt="2025-12-08T17:47:11.818" v="554" actId="478"/>
          <ac:picMkLst>
            <pc:docMk/>
            <pc:sldMk cId="259161731" sldId="328"/>
            <ac:picMk id="28" creationId="{6C681250-8C55-5567-BFC8-FFCBA53AA5AF}"/>
          </ac:picMkLst>
        </pc:picChg>
        <pc:picChg chg="add mod">
          <ac:chgData name="Philippe Bohny" userId="f92dccc7a0284954" providerId="LiveId" clId="{C6B61A32-BB05-4EE7-BF19-FC562DFA835E}" dt="2025-12-08T17:47:29.182" v="557" actId="1076"/>
          <ac:picMkLst>
            <pc:docMk/>
            <pc:sldMk cId="259161731" sldId="328"/>
            <ac:picMk id="45" creationId="{82F63360-9BF6-0AFB-58D6-9D35EFA32314}"/>
          </ac:picMkLst>
        </pc:picChg>
      </pc:sldChg>
      <pc:sldChg chg="addSp delSp modSp new mod">
        <pc:chgData name="Philippe Bohny" userId="f92dccc7a0284954" providerId="LiveId" clId="{C6B61A32-BB05-4EE7-BF19-FC562DFA835E}" dt="2025-12-08T19:50:14.911" v="1247" actId="1038"/>
        <pc:sldMkLst>
          <pc:docMk/>
          <pc:sldMk cId="951499199" sldId="329"/>
        </pc:sldMkLst>
        <pc:spChg chg="mod">
          <ac:chgData name="Philippe Bohny" userId="f92dccc7a0284954" providerId="LiveId" clId="{C6B61A32-BB05-4EE7-BF19-FC562DFA835E}" dt="2025-12-08T17:49:02.316" v="601" actId="20577"/>
          <ac:spMkLst>
            <pc:docMk/>
            <pc:sldMk cId="951499199" sldId="329"/>
            <ac:spMk id="2" creationId="{ABA4FAC3-BE30-1CFA-D360-DA621168F8BE}"/>
          </ac:spMkLst>
        </pc:spChg>
        <pc:spChg chg="del">
          <ac:chgData name="Philippe Bohny" userId="f92dccc7a0284954" providerId="LiveId" clId="{C6B61A32-BB05-4EE7-BF19-FC562DFA835E}" dt="2025-12-08T17:50:19.655" v="659" actId="478"/>
          <ac:spMkLst>
            <pc:docMk/>
            <pc:sldMk cId="951499199" sldId="329"/>
            <ac:spMk id="3" creationId="{22C62545-A19F-E0A3-7954-EEF837B7E2AD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48" creationId="{2C6B83DC-30B4-947C-B947-63D31580DFEA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49" creationId="{E3B78A53-C10B-0AB8-C82F-B09DF0C56AC6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0" creationId="{A4F7FFB5-3638-127B-F86A-037ED99595EB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1" creationId="{3573B3BC-66F2-0ED1-AE43-520964F46472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2" creationId="{A3576D2E-A899-A27D-E561-B9F7F3F18F90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3" creationId="{6EF95869-B2C4-178C-DABC-9FD9C3CD3BF3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4" creationId="{F3A510E6-E01D-EA29-F22E-3F1EB119D1BD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5" creationId="{44E517C4-4442-9B60-AE15-14BE9C24E85A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6" creationId="{4DE0A806-4949-0734-6A1B-BFB1F363F695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7" creationId="{FA801605-D8E5-58EF-8F7A-21CCD5EBC254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8" creationId="{C3C95C1A-13AD-FC5D-1167-E716079A7F7F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59" creationId="{3EEA592C-34ED-211A-B84E-36C471CBE9B4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0" creationId="{A5C65A0E-2DF5-0995-DB33-10EA4307E088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1" creationId="{00AC32B4-A62B-AC81-23EB-EFD5A401B927}"/>
          </ac:spMkLst>
        </pc:spChg>
        <pc:spChg chg="add mod">
          <ac:chgData name="Philippe Bohny" userId="f92dccc7a0284954" providerId="LiveId" clId="{C6B61A32-BB05-4EE7-BF19-FC562DFA835E}" dt="2025-12-08T17:49:45.324" v="655" actId="1037"/>
          <ac:spMkLst>
            <pc:docMk/>
            <pc:sldMk cId="951499199" sldId="329"/>
            <ac:spMk id="62" creationId="{17FA044A-6F01-AA97-F896-51AAC599D458}"/>
          </ac:spMkLst>
        </pc:spChg>
        <pc:spChg chg="add mod">
          <ac:chgData name="Philippe Bohny" userId="f92dccc7a0284954" providerId="LiveId" clId="{C6B61A32-BB05-4EE7-BF19-FC562DFA835E}" dt="2025-12-08T19:50:14.911" v="1247" actId="1038"/>
          <ac:spMkLst>
            <pc:docMk/>
            <pc:sldMk cId="951499199" sldId="329"/>
            <ac:spMk id="63" creationId="{533F011C-5573-3F3C-4D95-59033B1FE0CE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4" creationId="{66930619-58B7-CA8C-25C1-87FEA9021ED6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5" creationId="{670D241E-CA70-74CD-6515-3C3E87C7FB36}"/>
          </ac:spMkLst>
        </pc:spChg>
        <pc:spChg chg="add mod">
          <ac:chgData name="Philippe Bohny" userId="f92dccc7a0284954" providerId="LiveId" clId="{C6B61A32-BB05-4EE7-BF19-FC562DFA835E}" dt="2025-12-08T17:49:45.324" v="655" actId="1037"/>
          <ac:spMkLst>
            <pc:docMk/>
            <pc:sldMk cId="951499199" sldId="329"/>
            <ac:spMk id="66" creationId="{A92A4B07-F396-EA54-3EBB-4F54FA3C2D12}"/>
          </ac:spMkLst>
        </pc:spChg>
        <pc:spChg chg="add mod">
          <ac:chgData name="Philippe Bohny" userId="f92dccc7a0284954" providerId="LiveId" clId="{C6B61A32-BB05-4EE7-BF19-FC562DFA835E}" dt="2025-12-08T17:49:45.324" v="655" actId="1037"/>
          <ac:spMkLst>
            <pc:docMk/>
            <pc:sldMk cId="951499199" sldId="329"/>
            <ac:spMk id="67" creationId="{684A8264-17FF-C724-8759-7F25354F5A3F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8" creationId="{8C9BF177-BE64-23C9-3B94-2822E311129C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69" creationId="{CF472C16-0D4E-CDDB-8C7D-285C65788600}"/>
          </ac:spMkLst>
        </pc:spChg>
        <pc:spChg chg="add mod">
          <ac:chgData name="Philippe Bohny" userId="f92dccc7a0284954" providerId="LiveId" clId="{C6B61A32-BB05-4EE7-BF19-FC562DFA835E}" dt="2025-12-08T17:50:32.520" v="667" actId="1038"/>
          <ac:spMkLst>
            <pc:docMk/>
            <pc:sldMk cId="951499199" sldId="329"/>
            <ac:spMk id="70" creationId="{E1BA5914-724F-6133-F36B-B9834B3267D7}"/>
          </ac:spMkLst>
        </pc:spChg>
        <pc:spChg chg="add mod">
          <ac:chgData name="Philippe Bohny" userId="f92dccc7a0284954" providerId="LiveId" clId="{C6B61A32-BB05-4EE7-BF19-FC562DFA835E}" dt="2025-12-08T17:49:45.324" v="655" actId="1037"/>
          <ac:spMkLst>
            <pc:docMk/>
            <pc:sldMk cId="951499199" sldId="329"/>
            <ac:spMk id="71" creationId="{C918E9AA-8F05-E890-0786-89ED4FCDD53B}"/>
          </ac:spMkLst>
        </pc:sp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7" creationId="{D614E7B2-228D-B644-86D5-40356D33CAF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8" creationId="{54FE350A-D3EA-8B99-1303-31482B910119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9" creationId="{D8CCDD29-3838-2A5A-7EB6-BCC8E29F7C8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0" creationId="{B63679D8-DFA1-BF1B-DB0E-85F3BB47A4F9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1" creationId="{3C5E461D-F053-5618-A791-2E3D110D2004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2" creationId="{B0D06331-6FDF-4357-148E-B7C43C044EAF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3" creationId="{CA976C44-ADA4-23F0-90D4-9706E7225614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4" creationId="{93EF3562-3008-2272-7933-461BAFD5B3E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5" creationId="{B8145448-6D60-9BDF-66B8-F09348E41C07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6" creationId="{70302735-E105-9616-609C-E4642293098C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7" creationId="{B215AA03-C0EB-86B4-427F-72AD0D37A0B7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8" creationId="{67112DE3-A146-094F-3BD6-555042CCC9A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19" creationId="{191FCA6E-2FCA-FB71-111A-76A16900E7C0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0" creationId="{C24DD0BA-7774-E711-C9E7-C3CCEDDA0FD4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1" creationId="{87CB8538-8030-1C64-FAF0-5CD13071C6D0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2" creationId="{7868618A-BD3E-466C-13E4-5E8269022C2C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3" creationId="{47F197DB-315B-8E56-5015-47A7C996B61B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4" creationId="{AE7B53F8-7B76-C712-EC08-757362443A52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5" creationId="{B4E68C23-A6E9-D52B-7B80-733165E8F837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6" creationId="{658BFD80-0B3C-2696-7359-653DED58F5F6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7" creationId="{F6A01387-A7E8-E3DC-CD4E-3032181B5352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8" creationId="{2C6683E5-5EBF-162A-C8C7-37AE5A1AA6E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29" creationId="{C1FD0037-DBB6-7452-C9B3-4C58CEB847F8}"/>
          </ac:picMkLst>
        </pc:picChg>
        <pc:picChg chg="add del mod">
          <ac:chgData name="Philippe Bohny" userId="f92dccc7a0284954" providerId="LiveId" clId="{C6B61A32-BB05-4EE7-BF19-FC562DFA835E}" dt="2025-12-08T17:49:56.304" v="656" actId="478"/>
          <ac:picMkLst>
            <pc:docMk/>
            <pc:sldMk cId="951499199" sldId="329"/>
            <ac:picMk id="30" creationId="{58AD0794-5956-D7BB-0C8E-D769DFBE0AE5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1" creationId="{0FD4DBB7-0036-D815-3F27-0D6ED8564D06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2" creationId="{BE0745D2-3168-4748-F6D8-D72C1B1802C1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3" creationId="{F3B544F7-AA67-E879-9A19-EA832D8639E8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4" creationId="{121DFB7A-2470-D127-1955-CE36F8FBDCFD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5" creationId="{C97718D9-B99F-8260-40F2-55E9DAF186DF}"/>
          </ac:picMkLst>
        </pc:picChg>
        <pc:picChg chg="add mod">
          <ac:chgData name="Philippe Bohny" userId="f92dccc7a0284954" providerId="LiveId" clId="{C6B61A32-BB05-4EE7-BF19-FC562DFA835E}" dt="2025-12-08T17:49:45.324" v="655" actId="1037"/>
          <ac:picMkLst>
            <pc:docMk/>
            <pc:sldMk cId="951499199" sldId="329"/>
            <ac:picMk id="36" creationId="{E063B256-F475-CBA9-83C9-9542E654DBDE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7" creationId="{A9F4D8C4-0D9A-6BFE-D3EE-C46023D0BDB4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8" creationId="{7242AB36-EC23-FC8C-437E-B342F083C07A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39" creationId="{261CBD77-BBA9-9AB9-6DC1-21B9B47ADA3E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0" creationId="{B7E84002-FF2B-6F0F-2448-BFB4AE6DA2A0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1" creationId="{2ADABC05-AF41-D18B-83E3-93E0456C91CC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2" creationId="{24D82DFA-2DB0-E604-C2B3-6C16A53DC739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3" creationId="{AB290CBC-3842-04DA-D61A-B817C9C375DD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4" creationId="{C6F7673C-8819-DC57-0A85-DAD4516F51EC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5" creationId="{A451E4CB-D30F-7E08-3B9F-B7CD9E3B93D6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6" creationId="{6D7D10A3-5927-9C8D-A4E5-F95ABB6DBFCD}"/>
          </ac:picMkLst>
        </pc:picChg>
        <pc:picChg chg="add mod">
          <ac:chgData name="Philippe Bohny" userId="f92dccc7a0284954" providerId="LiveId" clId="{C6B61A32-BB05-4EE7-BF19-FC562DFA835E}" dt="2025-12-08T17:50:32.520" v="667" actId="1038"/>
          <ac:picMkLst>
            <pc:docMk/>
            <pc:sldMk cId="951499199" sldId="329"/>
            <ac:picMk id="47" creationId="{1D66DEDD-D67E-84EA-877A-6634704F68DA}"/>
          </ac:picMkLst>
        </pc:picChg>
      </pc:sldChg>
      <pc:sldChg chg="addSp delSp modSp new mod">
        <pc:chgData name="Philippe Bohny" userId="f92dccc7a0284954" providerId="LiveId" clId="{C6B61A32-BB05-4EE7-BF19-FC562DFA835E}" dt="2025-12-08T19:55:21.252" v="1249" actId="478"/>
        <pc:sldMkLst>
          <pc:docMk/>
          <pc:sldMk cId="3294035129" sldId="330"/>
        </pc:sldMkLst>
        <pc:spChg chg="mod">
          <ac:chgData name="Philippe Bohny" userId="f92dccc7a0284954" providerId="LiveId" clId="{C6B61A32-BB05-4EE7-BF19-FC562DFA835E}" dt="2025-12-08T18:01:54.976" v="810" actId="1076"/>
          <ac:spMkLst>
            <pc:docMk/>
            <pc:sldMk cId="3294035129" sldId="330"/>
            <ac:spMk id="2" creationId="{A285A40A-FC95-25B8-8F4A-7021F56877DD}"/>
          </ac:spMkLst>
        </pc:spChg>
        <pc:spChg chg="del mod">
          <ac:chgData name="Philippe Bohny" userId="f92dccc7a0284954" providerId="LiveId" clId="{C6B61A32-BB05-4EE7-BF19-FC562DFA835E}" dt="2025-12-08T18:02:37.284" v="828" actId="478"/>
          <ac:spMkLst>
            <pc:docMk/>
            <pc:sldMk cId="3294035129" sldId="330"/>
            <ac:spMk id="3" creationId="{2FB32233-34DC-3899-CB05-767CA59B5F66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28" creationId="{F5AD827C-6DBB-F499-CF4F-C39F798E1015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29" creationId="{3F69D274-6C33-54AB-74DA-4821E464CBD4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0" creationId="{C4C34F0A-F190-FC04-D5DD-68AAB756202E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1" creationId="{A12184A9-79EE-900B-657D-CDF1E2BB0675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2" creationId="{09B02569-6924-EAE4-574C-B982851425CC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3" creationId="{32A76989-EF79-FFFE-427A-6B4446308536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4" creationId="{36E711F9-A322-A73C-356C-3EEACB66EEFB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5" creationId="{BA07E3EA-F909-1725-867A-0B0231F9A4D1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6" creationId="{DA267801-CBC1-120D-1A2B-7D79D7A96EFA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7" creationId="{BB3BB46B-316C-7F5A-0159-78173425247B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8" creationId="{B27CCFAC-FD8C-B34E-F460-D0CD4E875277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39" creationId="{A53FA2FF-2E8E-6728-11F4-94B9E204EC84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40" creationId="{34D48F87-4DBC-185B-EEEF-FDB0AA5B2370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41" creationId="{C466933F-B2FF-A818-636A-79EFC3199388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42" creationId="{4D1D1046-E4BA-7691-520A-5599C5F62571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43" creationId="{D4E60FD8-875B-2D4E-D093-788F066F1DFC}"/>
          </ac:spMkLst>
        </pc:spChg>
        <pc:spChg chg="add mod">
          <ac:chgData name="Philippe Bohny" userId="f92dccc7a0284954" providerId="LiveId" clId="{C6B61A32-BB05-4EE7-BF19-FC562DFA835E}" dt="2025-12-08T18:00:39.829" v="755" actId="1036"/>
          <ac:spMkLst>
            <pc:docMk/>
            <pc:sldMk cId="3294035129" sldId="330"/>
            <ac:spMk id="44" creationId="{7A72E7D0-7613-82F9-7D1E-7C957DB213FC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66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67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68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3:00.096" v="841" actId="1035"/>
          <ac:spMkLst>
            <pc:docMk/>
            <pc:sldMk cId="3294035129" sldId="330"/>
            <ac:spMk id="69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3:00.096" v="841" actId="1035"/>
          <ac:spMkLst>
            <pc:docMk/>
            <pc:sldMk cId="3294035129" sldId="330"/>
            <ac:spMk id="70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3:00.096" v="841" actId="1035"/>
          <ac:spMkLst>
            <pc:docMk/>
            <pc:sldMk cId="3294035129" sldId="330"/>
            <ac:spMk id="71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3:00.096" v="841" actId="1035"/>
          <ac:spMkLst>
            <pc:docMk/>
            <pc:sldMk cId="3294035129" sldId="330"/>
            <ac:spMk id="72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1:43.187" v="809" actId="1076"/>
          <ac:spMkLst>
            <pc:docMk/>
            <pc:sldMk cId="3294035129" sldId="330"/>
            <ac:spMk id="73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4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5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6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7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8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79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30.308" v="827" actId="1076"/>
          <ac:spMkLst>
            <pc:docMk/>
            <pc:sldMk cId="3294035129" sldId="330"/>
            <ac:spMk id="80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81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82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83" creationId="{00000000-0000-0000-0000-000000000000}"/>
          </ac:spMkLst>
        </pc:spChg>
        <pc:spChg chg="add mod">
          <ac:chgData name="Philippe Bohny" userId="f92dccc7a0284954" providerId="LiveId" clId="{C6B61A32-BB05-4EE7-BF19-FC562DFA835E}" dt="2025-12-08T18:02:23.927" v="826" actId="1035"/>
          <ac:spMkLst>
            <pc:docMk/>
            <pc:sldMk cId="3294035129" sldId="330"/>
            <ac:spMk id="84" creationId="{00000000-0000-0000-0000-000000000000}"/>
          </ac:spMkLst>
        </pc:sp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7" creationId="{ABAEDD93-4A1D-8FB5-06E1-EE280962D76E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8" creationId="{E3CF755C-082B-CD9D-F975-7207535D7622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9" creationId="{020A9620-6795-7F65-B132-75783E849D1B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0" creationId="{70CEA86B-950F-CBAC-50AE-F642AA9DF8D4}"/>
          </ac:picMkLst>
        </pc:picChg>
        <pc:picChg chg="add del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1" creationId="{443357C3-07EF-CC60-77E0-66310C83005B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2" creationId="{980B33B2-6DAD-67F4-C19A-1BCAF9C6CAAD}"/>
          </ac:picMkLst>
        </pc:picChg>
        <pc:picChg chg="add del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3" creationId="{10F807C2-6125-BA88-139E-D795714A8F16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4" creationId="{447B959E-3FBC-3E96-CED7-48A7E812BD61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5" creationId="{85FC37E8-7B00-8AB0-5206-9D4036A2C2EF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6" creationId="{3522B3C9-C8D7-8CA7-FCAE-75C45256E0CD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7" creationId="{5B9189C8-3BE4-782D-240C-4559D90F2691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8" creationId="{E2F012AB-BE23-C021-3069-2600005EA467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19" creationId="{3DCEB43A-AC44-1BC7-3C26-7252B28C4CDC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0" creationId="{B5C1B5D8-0BDE-3A0E-3EFB-5D9B6A624818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1" creationId="{86D15DC7-43DF-101B-6DF5-6A7334946324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2" creationId="{20C54142-CA85-A657-900B-8596A41D884B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3" creationId="{7CDA0BBE-5B41-C67E-5EC3-6A554907F9F0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4" creationId="{867B4D97-6D64-AADB-44B1-1835785BA097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5" creationId="{A3310F07-BC74-4597-79AB-F0DD37689BDF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6" creationId="{6B53F5FC-39B0-8F10-D10B-A07FF80AFBB4}"/>
          </ac:picMkLst>
        </pc:picChg>
        <pc:picChg chg="add mod">
          <ac:chgData name="Philippe Bohny" userId="f92dccc7a0284954" providerId="LiveId" clId="{C6B61A32-BB05-4EE7-BF19-FC562DFA835E}" dt="2025-12-08T18:00:39.829" v="755" actId="1036"/>
          <ac:picMkLst>
            <pc:docMk/>
            <pc:sldMk cId="3294035129" sldId="330"/>
            <ac:picMk id="27" creationId="{CF5CE73D-B4F8-39B9-F0DF-4420E9FF55B5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45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46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3:00.096" v="841" actId="1035"/>
          <ac:picMkLst>
            <pc:docMk/>
            <pc:sldMk cId="3294035129" sldId="330"/>
            <ac:picMk id="47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3:00.096" v="841" actId="1035"/>
          <ac:picMkLst>
            <pc:docMk/>
            <pc:sldMk cId="3294035129" sldId="330"/>
            <ac:picMk id="48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3:00.096" v="841" actId="1035"/>
          <ac:picMkLst>
            <pc:docMk/>
            <pc:sldMk cId="3294035129" sldId="330"/>
            <ac:picMk id="49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3:00.096" v="841" actId="1035"/>
          <ac:picMkLst>
            <pc:docMk/>
            <pc:sldMk cId="3294035129" sldId="330"/>
            <ac:picMk id="50" creationId="{00000000-0000-0000-0000-000000000000}"/>
          </ac:picMkLst>
        </pc:picChg>
        <pc:picChg chg="add del mod">
          <ac:chgData name="Philippe Bohny" userId="f92dccc7a0284954" providerId="LiveId" clId="{C6B61A32-BB05-4EE7-BF19-FC562DFA835E}" dt="2025-12-08T18:02:03.881" v="811" actId="478"/>
          <ac:picMkLst>
            <pc:docMk/>
            <pc:sldMk cId="3294035129" sldId="330"/>
            <ac:picMk id="51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2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3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4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5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6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7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8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59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0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1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2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3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4" creationId="{00000000-0000-0000-0000-000000000000}"/>
          </ac:picMkLst>
        </pc:picChg>
        <pc:picChg chg="add mod">
          <ac:chgData name="Philippe Bohny" userId="f92dccc7a0284954" providerId="LiveId" clId="{C6B61A32-BB05-4EE7-BF19-FC562DFA835E}" dt="2025-12-08T18:02:23.927" v="826" actId="1035"/>
          <ac:picMkLst>
            <pc:docMk/>
            <pc:sldMk cId="3294035129" sldId="330"/>
            <ac:picMk id="65" creationId="{00000000-0000-0000-0000-000000000000}"/>
          </ac:picMkLst>
        </pc:picChg>
        <pc:picChg chg="add del mod">
          <ac:chgData name="Philippe Bohny" userId="f92dccc7a0284954" providerId="LiveId" clId="{C6B61A32-BB05-4EE7-BF19-FC562DFA835E}" dt="2025-12-08T19:55:21.252" v="1249" actId="478"/>
          <ac:picMkLst>
            <pc:docMk/>
            <pc:sldMk cId="3294035129" sldId="330"/>
            <ac:picMk id="86" creationId="{1C298A1E-7660-3752-BFAD-D49ED4470B03}"/>
          </ac:picMkLst>
        </pc:picChg>
      </pc:sldChg>
      <pc:sldChg chg="addSp delSp modSp new mod">
        <pc:chgData name="Philippe Bohny" userId="f92dccc7a0284954" providerId="LiveId" clId="{C6B61A32-BB05-4EE7-BF19-FC562DFA835E}" dt="2025-12-08T18:46:52.151" v="1235"/>
        <pc:sldMkLst>
          <pc:docMk/>
          <pc:sldMk cId="1867086822" sldId="331"/>
        </pc:sldMkLst>
        <pc:spChg chg="mod">
          <ac:chgData name="Philippe Bohny" userId="f92dccc7a0284954" providerId="LiveId" clId="{C6B61A32-BB05-4EE7-BF19-FC562DFA835E}" dt="2025-12-08T18:03:51.408" v="894" actId="20577"/>
          <ac:spMkLst>
            <pc:docMk/>
            <pc:sldMk cId="1867086822" sldId="331"/>
            <ac:spMk id="2" creationId="{E309255F-FDF4-63F6-B140-678C597648F7}"/>
          </ac:spMkLst>
        </pc:spChg>
        <pc:spChg chg="add del">
          <ac:chgData name="Philippe Bohny" userId="f92dccc7a0284954" providerId="LiveId" clId="{C6B61A32-BB05-4EE7-BF19-FC562DFA835E}" dt="2025-12-08T18:09:42.003" v="987" actId="478"/>
          <ac:spMkLst>
            <pc:docMk/>
            <pc:sldMk cId="1867086822" sldId="331"/>
            <ac:spMk id="3" creationId="{CFE482F4-E0D8-8EE1-DF01-0AEF310EDA26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35" creationId="{CDBD8DE2-116C-20B4-FB42-1E7FA7669780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36" creationId="{8DA5F2A3-B311-2BAB-D70C-FBAA5B5A98F7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37" creationId="{ED2E048A-A784-F5B6-8A34-E8ACEB68DDCF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38" creationId="{F907216E-2B06-F7E4-394C-D034DECD2EFE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39" creationId="{D3302044-019C-D318-53E1-0E56C05DA9EF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0" creationId="{25F13C79-630D-0143-EE50-627623AFB01D}"/>
          </ac:spMkLst>
        </pc:spChg>
        <pc:spChg chg="add mod">
          <ac:chgData name="Philippe Bohny" userId="f92dccc7a0284954" providerId="LiveId" clId="{C6B61A32-BB05-4EE7-BF19-FC562DFA835E}" dt="2025-12-08T18:46:52.151" v="1235"/>
          <ac:spMkLst>
            <pc:docMk/>
            <pc:sldMk cId="1867086822" sldId="331"/>
            <ac:spMk id="41" creationId="{7375D835-C680-548C-5A32-4C3ADFCD0DC2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2" creationId="{04A1AD8A-4B39-A8C1-CBB7-A7C76CEBA06C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3" creationId="{62821301-C697-F533-3D63-2EB3093A88D2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4" creationId="{64CBA8D6-EDD1-84BD-FF3A-083756D8BC59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5" creationId="{DBCF138A-8668-32EB-D00F-C3EFF05AD91E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6" creationId="{67A92B8B-5BAE-3E43-38A5-B6DE5B789622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7" creationId="{0AA18C3D-9681-73E3-5734-6CFC627FC804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8" creationId="{9D6B81EB-5EE7-CE8E-0D50-103DBB14EC8F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49" creationId="{F5220C1C-B84D-1965-8F41-25770DCA846B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50" creationId="{BBD8B3DB-F623-BB2C-95D5-E72ADFAD5F64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51" creationId="{B13CB94D-D434-321F-3589-E53C8A7A83C9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52" creationId="{907AA140-1E6B-A28D-0165-0DDC10A25D41}"/>
          </ac:spMkLst>
        </pc:spChg>
        <pc:spChg chg="add mod">
          <ac:chgData name="Philippe Bohny" userId="f92dccc7a0284954" providerId="LiveId" clId="{C6B61A32-BB05-4EE7-BF19-FC562DFA835E}" dt="2025-12-08T18:09:37.622" v="986" actId="1036"/>
          <ac:spMkLst>
            <pc:docMk/>
            <pc:sldMk cId="1867086822" sldId="331"/>
            <ac:spMk id="53" creationId="{30C5D3F1-FB03-47FE-BF97-B55969328685}"/>
          </ac:spMkLst>
        </pc:sp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7" creationId="{96857F61-38C2-8607-DA5E-5ED94F6A73F4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8" creationId="{1D4794EB-A69B-97AA-60C1-B5B5983548B6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9" creationId="{B19C1268-9286-CE7D-3F1C-69C1483D4D87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0" creationId="{0AE64D36-20A9-2CFB-EE4E-34FCD5D1D63A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1" creationId="{D5A72D31-57B0-77E0-36A1-7ED97C774D53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2" creationId="{0E8EDCB5-B32B-0256-18C1-E7FA2D737E1A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3" creationId="{746A2EC7-2901-B8BA-924E-D7A3E426282C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4" creationId="{D92CB996-51C9-9C5B-26E5-53B498D86E64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5" creationId="{9ECF98E8-2803-CA14-731B-2D07A41E3B30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6" creationId="{26BB78CA-0713-272E-A00A-3C0E1A24BC47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7" creationId="{83CBC6ED-58A2-7F29-BB72-3B7F0825675E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8" creationId="{94C4D56B-E4AA-339A-BEB0-CC02A76E8AD5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19" creationId="{9BE9951C-F9D3-4287-1C23-02712E826672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0" creationId="{74BE187D-D690-2068-8700-8E6DF34FE12B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1" creationId="{DF18D123-CAD8-25DB-2680-CA084311EFE6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2" creationId="{DC4F5407-EBDD-4D1F-2E14-DD49CAC2D5C5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3" creationId="{ED3B6FFA-8B36-28B2-73E0-94D53A1E82AC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4" creationId="{4931FD34-14A4-597D-4CCD-05FE4412FE8B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5" creationId="{9C1D335E-E7FB-6F60-851B-F2D2C999988A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6" creationId="{54439293-00ED-79D4-55E7-FCEA85F894CA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7" creationId="{CE244BF3-5CDC-13DA-3F81-1BFBFE3E50FD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8" creationId="{43EBA81D-28F5-3CF6-7CF5-D4C525D8200B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29" creationId="{9D2F1C4D-2648-020E-C320-E4E277FF2AB0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30" creationId="{F6D01321-B460-6E9A-C213-AAB39C6EE5FB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31" creationId="{44CAAD46-3201-7DC7-DA47-5B462E701B23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32" creationId="{28A1E766-0188-6D97-DF73-A03676E7B7EC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33" creationId="{31AA4E0E-DC02-2A6F-2719-E8C9782A9908}"/>
          </ac:picMkLst>
        </pc:picChg>
        <pc:picChg chg="add mod">
          <ac:chgData name="Philippe Bohny" userId="f92dccc7a0284954" providerId="LiveId" clId="{C6B61A32-BB05-4EE7-BF19-FC562DFA835E}" dt="2025-12-08T18:09:37.622" v="986" actId="1036"/>
          <ac:picMkLst>
            <pc:docMk/>
            <pc:sldMk cId="1867086822" sldId="331"/>
            <ac:picMk id="34" creationId="{4AFEFE82-B258-2D4D-678B-9C7E95C4307D}"/>
          </ac:picMkLst>
        </pc:picChg>
      </pc:sldChg>
      <pc:sldChg chg="addSp delSp modSp new mod">
        <pc:chgData name="Philippe Bohny" userId="f92dccc7a0284954" providerId="LiveId" clId="{C6B61A32-BB05-4EE7-BF19-FC562DFA835E}" dt="2025-12-08T18:12:21.816" v="1064" actId="1038"/>
        <pc:sldMkLst>
          <pc:docMk/>
          <pc:sldMk cId="3937509440" sldId="332"/>
        </pc:sldMkLst>
        <pc:spChg chg="mod">
          <ac:chgData name="Philippe Bohny" userId="f92dccc7a0284954" providerId="LiveId" clId="{C6B61A32-BB05-4EE7-BF19-FC562DFA835E}" dt="2025-12-08T18:11:01.311" v="1050" actId="14100"/>
          <ac:spMkLst>
            <pc:docMk/>
            <pc:sldMk cId="3937509440" sldId="332"/>
            <ac:spMk id="2" creationId="{BF5C699B-D3AA-3878-CCA8-4DFA8ADCC2C1}"/>
          </ac:spMkLst>
        </pc:spChg>
        <pc:spChg chg="del">
          <ac:chgData name="Philippe Bohny" userId="f92dccc7a0284954" providerId="LiveId" clId="{C6B61A32-BB05-4EE7-BF19-FC562DFA835E}" dt="2025-12-08T18:10:46.668" v="1049" actId="478"/>
          <ac:spMkLst>
            <pc:docMk/>
            <pc:sldMk cId="3937509440" sldId="332"/>
            <ac:spMk id="3" creationId="{9F7823AE-CB86-1549-7E31-49DA11414F10}"/>
          </ac:spMkLst>
        </pc:spChg>
        <pc:spChg chg="add mod">
          <ac:chgData name="Philippe Bohny" userId="f92dccc7a0284954" providerId="LiveId" clId="{C6B61A32-BB05-4EE7-BF19-FC562DFA835E}" dt="2025-12-08T18:12:21.816" v="1064" actId="1038"/>
          <ac:spMkLst>
            <pc:docMk/>
            <pc:sldMk cId="3937509440" sldId="332"/>
            <ac:spMk id="30" creationId="{309BFDBF-435B-F3BD-10AC-A520176C768B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1" creationId="{E987D2B4-717E-2F6C-5C6A-94FF2B57E32F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2" creationId="{9659CBCE-C723-0A24-59F8-766C899DE2D8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3" creationId="{6ED3DED3-8F96-1AA8-7664-E2C9543F1566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4" creationId="{5C4B4026-F302-37DB-DEAA-B4C56F6A7074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5" creationId="{E210EA89-5F38-927A-85FA-49EBC21BA2E9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6" creationId="{81292CAC-CD4A-73EA-BECC-FAFE22298D38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7" creationId="{04CE117C-35E5-49B0-4302-A4453F7A7303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8" creationId="{4BFA5D60-81E5-7DA0-39ED-EF81E675F2C7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39" creationId="{83C7ADE1-D623-D7CE-1955-E629966ACA3E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0" creationId="{70742C98-EDBA-1727-5BB8-1C6364A35B13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1" creationId="{57B57E09-1393-CFD9-8689-00944B9AA72A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2" creationId="{630AFCBE-2D8E-7DE9-4F67-A1703E9A8120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3" creationId="{8F1A19E0-BF5E-C094-52BE-B97AE08EAF49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4" creationId="{4B14B9D1-CCEF-D855-121A-C27140B81B0D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5" creationId="{425009B3-F486-FA83-2891-FC821965D181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6" creationId="{269E1139-7444-1B65-502C-98A29D4091BA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7" creationId="{24BF8996-8958-47D8-5FEC-118A71BB7445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8" creationId="{713F8812-E284-A2F5-F427-FBDB9D1ABB9B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49" creationId="{D1270A62-DCE7-11EC-89AC-DF66CB744155}"/>
          </ac:spMkLst>
        </pc:spChg>
        <pc:spChg chg="add mod">
          <ac:chgData name="Philippe Bohny" userId="f92dccc7a0284954" providerId="LiveId" clId="{C6B61A32-BB05-4EE7-BF19-FC562DFA835E}" dt="2025-12-08T18:10:37.566" v="1048" actId="1076"/>
          <ac:spMkLst>
            <pc:docMk/>
            <pc:sldMk cId="3937509440" sldId="332"/>
            <ac:spMk id="50" creationId="{3D5D10A3-74CB-F8C1-EF83-FE2C82436175}"/>
          </ac:spMkLst>
        </pc:spChg>
        <pc:picChg chg="add mod">
          <ac:chgData name="Philippe Bohny" userId="f92dccc7a0284954" providerId="LiveId" clId="{C6B61A32-BB05-4EE7-BF19-FC562DFA835E}" dt="2025-12-08T18:12:21.816" v="1064" actId="1038"/>
          <ac:picMkLst>
            <pc:docMk/>
            <pc:sldMk cId="3937509440" sldId="332"/>
            <ac:picMk id="7" creationId="{2EC9EBC3-C6C0-6443-24D3-07C78019601B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8" creationId="{E7F170B1-EA4E-B935-4C50-D8A178920C15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9" creationId="{B8BC6A96-82D2-20BA-0481-855097A0ABF4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0" creationId="{61A56AB7-F146-531C-A3D5-B87438178107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1" creationId="{042B6454-5A0D-8B1E-C58B-9F234F3D040F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2" creationId="{3B2FD38B-4BB5-0AC2-E37A-CAC6F5EC1695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3" creationId="{4C0C27C8-0A19-0207-BFBF-76F43ABF09C1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4" creationId="{43212DCC-9A01-C744-9437-C862B83D872B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5" creationId="{B8AECC65-A218-D430-E643-EB73462B439F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6" creationId="{B91CA3F2-C905-9EAC-3ED7-87DCC75C786E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7" creationId="{A9EC0009-FF8B-3099-D83B-C0C0950F455E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8" creationId="{9E83CB68-95D2-F5B3-F7F7-E00495FCF1A0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19" creationId="{64D611C6-F008-EB6F-F695-7BAE18F6DF02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0" creationId="{602DD0C3-7129-240F-125F-A6275C8D2E12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1" creationId="{17FD9405-2EA2-3CFA-A08F-0D9293B32C51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2" creationId="{F88878FA-8AA4-8371-AB3F-EDD48F0A5A26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3" creationId="{5025DF9D-58CA-49A1-1A3C-1C7898748CEC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4" creationId="{613109AB-5C39-C8A4-66FB-1EC3A88D558B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5" creationId="{DD1FBDA8-3976-3BAB-C3A8-2DD1CA2934E3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6" creationId="{0A3CC35E-3F78-09E7-0599-3B7884BE3F47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7" creationId="{2FE30BF6-494B-1DA5-669D-8B1475D957EF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8" creationId="{8C84787B-CC0A-0EC7-FE08-E14BA97C42CF}"/>
          </ac:picMkLst>
        </pc:picChg>
        <pc:picChg chg="add mod">
          <ac:chgData name="Philippe Bohny" userId="f92dccc7a0284954" providerId="LiveId" clId="{C6B61A32-BB05-4EE7-BF19-FC562DFA835E}" dt="2025-12-08T18:10:37.566" v="1048" actId="1076"/>
          <ac:picMkLst>
            <pc:docMk/>
            <pc:sldMk cId="3937509440" sldId="332"/>
            <ac:picMk id="29" creationId="{7E4AE4CF-B48B-7AF6-7D10-F419671A961D}"/>
          </ac:picMkLst>
        </pc:picChg>
      </pc:sldChg>
      <pc:sldChg chg="addSp delSp modSp new mod">
        <pc:chgData name="Philippe Bohny" userId="f92dccc7a0284954" providerId="LiveId" clId="{C6B61A32-BB05-4EE7-BF19-FC562DFA835E}" dt="2025-12-08T18:14:15.555" v="1129" actId="478"/>
        <pc:sldMkLst>
          <pc:docMk/>
          <pc:sldMk cId="1938001909" sldId="333"/>
        </pc:sldMkLst>
        <pc:spChg chg="mod">
          <ac:chgData name="Philippe Bohny" userId="f92dccc7a0284954" providerId="LiveId" clId="{C6B61A32-BB05-4EE7-BF19-FC562DFA835E}" dt="2025-12-08T18:13:22.897" v="1090" actId="27636"/>
          <ac:spMkLst>
            <pc:docMk/>
            <pc:sldMk cId="1938001909" sldId="333"/>
            <ac:spMk id="2" creationId="{23849A35-74C5-F8E9-5B69-8AE294D78032}"/>
          </ac:spMkLst>
        </pc:spChg>
        <pc:spChg chg="del">
          <ac:chgData name="Philippe Bohny" userId="f92dccc7a0284954" providerId="LiveId" clId="{C6B61A32-BB05-4EE7-BF19-FC562DFA835E}" dt="2025-12-08T18:14:15.555" v="1129" actId="478"/>
          <ac:spMkLst>
            <pc:docMk/>
            <pc:sldMk cId="1938001909" sldId="333"/>
            <ac:spMk id="3" creationId="{E9EAD249-49E6-E496-94C9-8D41B093AE02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29" creationId="{162CF766-F080-04C4-C03B-1A2B23C6F29E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0" creationId="{9F798DCB-9DE2-6ECE-73B4-1934A2BFF134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1" creationId="{C47FBBD4-3ED2-7698-D1CE-6EB1293F930B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2" creationId="{ABBACC7A-FF6C-B621-4046-7DA3373D29D1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3" creationId="{D03066B3-DCDD-8954-C96D-BCDD6CC2F6F0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4" creationId="{DB73BD92-E5C9-0794-C38F-A4665FB17106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5" creationId="{DBF951BA-DCBB-B051-14FA-2639A8B6A750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6" creationId="{F7797F09-3938-BCD9-A011-A82B71AA0856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7" creationId="{81F08E24-081E-F531-7E6E-EFF8A517B2E3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8" creationId="{4A8257FC-D81E-2045-83BA-55977CAC921C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39" creationId="{78FC3856-14C4-C6E8-78C9-238C30AD4F40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40" creationId="{12D98CA3-A23D-9B2A-264B-35FB5BD010EE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41" creationId="{1A1BB0BF-B543-3138-55B6-B3A3FEE4E9F6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42" creationId="{7ABEBCED-7E67-B10E-B2B1-2D62BB09663B}"/>
          </ac:spMkLst>
        </pc:spChg>
        <pc:spChg chg="add mod">
          <ac:chgData name="Philippe Bohny" userId="f92dccc7a0284954" providerId="LiveId" clId="{C6B61A32-BB05-4EE7-BF19-FC562DFA835E}" dt="2025-12-08T18:13:56.997" v="1128" actId="1038"/>
          <ac:spMkLst>
            <pc:docMk/>
            <pc:sldMk cId="1938001909" sldId="333"/>
            <ac:spMk id="43" creationId="{55688C74-C14D-4DF1-45AE-DD86A6DD88E9}"/>
          </ac:spMkLst>
        </pc:sp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7" creationId="{12AA26C2-88ED-A9B3-AA69-9F82DB9C6580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8" creationId="{934EE252-DA01-02DD-1597-4AFEB768B24B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9" creationId="{8E58C71D-6673-C7A8-9847-D32ACC5E1E3F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0" creationId="{7804AC4B-AE5F-8C19-0E85-416D5BA2AE85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1" creationId="{0D75AD2F-327F-CDED-B2C1-75134CC3A49E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2" creationId="{790A43D3-166B-8632-A1EF-2643230217E2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3" creationId="{5C761F50-671D-34FD-21DD-485133CBA11F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4" creationId="{64E7409A-C070-6927-7AE8-370870FBE246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5" creationId="{E552F017-0F2F-DE0C-C602-5D67FDF0B81C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6" creationId="{AA711618-0EA4-28DD-A4DF-4AA8ABBBE4DA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7" creationId="{08496F42-29AA-7569-A579-61E06E5D57B6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8" creationId="{42C1D292-BC86-95EB-2647-C2D0E54826A6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19" creationId="{297D5E98-BC2E-961C-2BF8-6EB3E194B9F8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0" creationId="{24437A09-B49A-4B56-034F-3CE363650F99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1" creationId="{A78524E7-FE8E-1012-7523-D81B512A4018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2" creationId="{031522CE-8B76-8F8B-5EF8-C64001DB2E72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3" creationId="{B5624FD8-293E-9ECE-A768-365477D52966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4" creationId="{733A6B31-3B61-83E5-5EF8-0000CD7DED53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5" creationId="{8B3452F7-33E3-BF51-C5AB-3985C3FDFB6B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6" creationId="{5460906C-E0E5-4FD7-57D1-FC13B0F0C157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7" creationId="{75E0A94E-AF20-A770-740B-037109C2D3CB}"/>
          </ac:picMkLst>
        </pc:picChg>
        <pc:picChg chg="add mod">
          <ac:chgData name="Philippe Bohny" userId="f92dccc7a0284954" providerId="LiveId" clId="{C6B61A32-BB05-4EE7-BF19-FC562DFA835E}" dt="2025-12-08T18:13:56.997" v="1128" actId="1038"/>
          <ac:picMkLst>
            <pc:docMk/>
            <pc:sldMk cId="1938001909" sldId="333"/>
            <ac:picMk id="28" creationId="{D220DB47-703B-41BD-455B-A95249FA2E47}"/>
          </ac:picMkLst>
        </pc:picChg>
      </pc:sldChg>
      <pc:sldChg chg="addSp delSp modSp new mod">
        <pc:chgData name="Philippe Bohny" userId="f92dccc7a0284954" providerId="LiveId" clId="{C6B61A32-BB05-4EE7-BF19-FC562DFA835E}" dt="2025-12-08T18:16:03.646" v="1228" actId="14100"/>
        <pc:sldMkLst>
          <pc:docMk/>
          <pc:sldMk cId="355782473" sldId="334"/>
        </pc:sldMkLst>
        <pc:spChg chg="mod">
          <ac:chgData name="Philippe Bohny" userId="f92dccc7a0284954" providerId="LiveId" clId="{C6B61A32-BB05-4EE7-BF19-FC562DFA835E}" dt="2025-12-08T18:15:12.104" v="1200" actId="20577"/>
          <ac:spMkLst>
            <pc:docMk/>
            <pc:sldMk cId="355782473" sldId="334"/>
            <ac:spMk id="2" creationId="{A7F915A7-A357-B5C8-C3AB-4380705E8729}"/>
          </ac:spMkLst>
        </pc:spChg>
        <pc:spChg chg="del">
          <ac:chgData name="Philippe Bohny" userId="f92dccc7a0284954" providerId="LiveId" clId="{C6B61A32-BB05-4EE7-BF19-FC562DFA835E}" dt="2025-12-08T18:15:55.483" v="1227" actId="478"/>
          <ac:spMkLst>
            <pc:docMk/>
            <pc:sldMk cId="355782473" sldId="334"/>
            <ac:spMk id="3" creationId="{EF4F58AB-2AFD-6292-602A-4970D99F29EA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16" creationId="{24E1ED82-9D10-76E5-30D7-7F6E1F753CF9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17" creationId="{31992CD7-A070-5CAF-5FB5-F1E4DB251FE9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18" creationId="{623E8D17-4014-D2EA-995C-FACA3A00F4FF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19" creationId="{72145A75-B7E9-8D72-485A-1D602C99B720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0" creationId="{00DAD58B-BAF9-2B5F-DBB8-B1E84F1F67EE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1" creationId="{1968E6D5-0211-47F3-487E-9BCE711DBFEB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2" creationId="{0EE7B4DB-DB45-547C-B0C7-D0A56BC10662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3" creationId="{D7569822-8E81-4A4E-B109-16F906930AD7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4" creationId="{01FBC4B5-6627-235E-BEC4-88EC417933C7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5" creationId="{AD87B084-2E42-E3C2-D035-DE83DC106DB6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6" creationId="{49CBF5FD-C92A-08F4-B675-014473C17466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7" creationId="{F9312222-A4CD-9493-2255-54C3C90C7898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8" creationId="{4B8F8920-75A9-0745-D6A7-6BEB464CE04C}"/>
          </ac:spMkLst>
        </pc:spChg>
        <pc:spChg chg="add mod">
          <ac:chgData name="Philippe Bohny" userId="f92dccc7a0284954" providerId="LiveId" clId="{C6B61A32-BB05-4EE7-BF19-FC562DFA835E}" dt="2025-12-08T18:15:45.813" v="1226" actId="1036"/>
          <ac:spMkLst>
            <pc:docMk/>
            <pc:sldMk cId="355782473" sldId="334"/>
            <ac:spMk id="29" creationId="{643C7129-5D04-C0D2-765D-8FF4F07BCFB5}"/>
          </ac:spMkLst>
        </pc:spChg>
        <pc:picChg chg="add mod">
          <ac:chgData name="Philippe Bohny" userId="f92dccc7a0284954" providerId="LiveId" clId="{C6B61A32-BB05-4EE7-BF19-FC562DFA835E}" dt="2025-12-08T18:16:03.646" v="1228" actId="14100"/>
          <ac:picMkLst>
            <pc:docMk/>
            <pc:sldMk cId="355782473" sldId="334"/>
            <ac:picMk id="7" creationId="{E533370F-8270-61FE-09F2-2644EAA90A0D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8" creationId="{9026301A-ED5D-F432-8572-1CCCCA780682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9" creationId="{5366B39B-F750-1649-4FB8-DA3CBE8A7FA7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0" creationId="{AF21349A-6495-AA27-DC09-2B2AD7C8755D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1" creationId="{420F8D2C-DC3E-24EF-8831-E4B9EE4C0F7A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2" creationId="{251A0AD1-7ED5-76C1-20FF-C2E7785CDA15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3" creationId="{5F202811-2ED1-96B0-9732-75AEB689A829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4" creationId="{5153E371-B812-C04E-8AD2-A16290B6C48B}"/>
          </ac:picMkLst>
        </pc:picChg>
        <pc:picChg chg="add mod">
          <ac:chgData name="Philippe Bohny" userId="f92dccc7a0284954" providerId="LiveId" clId="{C6B61A32-BB05-4EE7-BF19-FC562DFA835E}" dt="2025-12-08T18:15:45.813" v="1226" actId="1036"/>
          <ac:picMkLst>
            <pc:docMk/>
            <pc:sldMk cId="355782473" sldId="334"/>
            <ac:picMk id="15" creationId="{25293978-4078-A869-12F8-7FD124DAA10C}"/>
          </ac:picMkLst>
        </pc:picChg>
      </pc:sldChg>
    </pc:docChg>
  </pc:docChgLst>
  <pc:docChgLst>
    <pc:chgData name="Philippe Bohny" userId="f92dccc7a0284954" providerId="LiveId" clId="{B1342152-2EE3-443B-A4F3-7AC911267FA2}"/>
    <pc:docChg chg="undo custSel addSld delSld modSld sldOrd modSection">
      <pc:chgData name="Philippe Bohny" userId="f92dccc7a0284954" providerId="LiveId" clId="{B1342152-2EE3-443B-A4F3-7AC911267FA2}" dt="2025-11-05T18:47:19.999" v="1250"/>
      <pc:docMkLst>
        <pc:docMk/>
      </pc:docMkLst>
      <pc:sldChg chg="modSp mod">
        <pc:chgData name="Philippe Bohny" userId="f92dccc7a0284954" providerId="LiveId" clId="{B1342152-2EE3-443B-A4F3-7AC911267FA2}" dt="2025-11-04T16:12:34.054" v="78" actId="20577"/>
        <pc:sldMkLst>
          <pc:docMk/>
          <pc:sldMk cId="1592927749" sldId="256"/>
        </pc:sldMkLst>
        <pc:spChg chg="mod">
          <ac:chgData name="Philippe Bohny" userId="f92dccc7a0284954" providerId="LiveId" clId="{B1342152-2EE3-443B-A4F3-7AC911267FA2}" dt="2025-11-04T16:12:29.488" v="76"/>
          <ac:spMkLst>
            <pc:docMk/>
            <pc:sldMk cId="1592927749" sldId="256"/>
            <ac:spMk id="2" creationId="{6757F36C-C57E-FB4D-B728-3001D57A5FC8}"/>
          </ac:spMkLst>
        </pc:spChg>
        <pc:spChg chg="mod">
          <ac:chgData name="Philippe Bohny" userId="f92dccc7a0284954" providerId="LiveId" clId="{B1342152-2EE3-443B-A4F3-7AC911267FA2}" dt="2025-11-04T16:12:10.374" v="75" actId="6549"/>
          <ac:spMkLst>
            <pc:docMk/>
            <pc:sldMk cId="1592927749" sldId="256"/>
            <ac:spMk id="3" creationId="{A8FB7A4F-FB3D-8242-85AF-F0E784C2771E}"/>
          </ac:spMkLst>
        </pc:spChg>
        <pc:spChg chg="mod">
          <ac:chgData name="Philippe Bohny" userId="f92dccc7a0284954" providerId="LiveId" clId="{B1342152-2EE3-443B-A4F3-7AC911267FA2}" dt="2025-11-04T16:12:34.054" v="78" actId="20577"/>
          <ac:spMkLst>
            <pc:docMk/>
            <pc:sldMk cId="1592927749" sldId="256"/>
            <ac:spMk id="4" creationId="{C4F351C6-AE00-8C42-85D4-BCB67BB81629}"/>
          </ac:spMkLst>
        </pc:spChg>
      </pc:sldChg>
      <pc:sldChg chg="del">
        <pc:chgData name="Philippe Bohny" userId="f92dccc7a0284954" providerId="LiveId" clId="{B1342152-2EE3-443B-A4F3-7AC911267FA2}" dt="2025-11-04T16:49:57.988" v="360" actId="47"/>
        <pc:sldMkLst>
          <pc:docMk/>
          <pc:sldMk cId="4294467350" sldId="298"/>
        </pc:sldMkLst>
      </pc:sldChg>
      <pc:sldChg chg="addSp delSp modSp mod ord modNotesTx">
        <pc:chgData name="Philippe Bohny" userId="f92dccc7a0284954" providerId="LiveId" clId="{B1342152-2EE3-443B-A4F3-7AC911267FA2}" dt="2025-11-05T18:27:29.885" v="1208" actId="20577"/>
        <pc:sldMkLst>
          <pc:docMk/>
          <pc:sldMk cId="1032206550" sldId="307"/>
        </pc:sldMkLst>
        <pc:spChg chg="mod">
          <ac:chgData name="Philippe Bohny" userId="f92dccc7a0284954" providerId="LiveId" clId="{B1342152-2EE3-443B-A4F3-7AC911267FA2}" dt="2025-11-05T18:12:36.126" v="952" actId="20577"/>
          <ac:spMkLst>
            <pc:docMk/>
            <pc:sldMk cId="1032206550" sldId="307"/>
            <ac:spMk id="2" creationId="{58C4254A-7F60-AE89-4187-DED09BE9BE77}"/>
          </ac:spMkLst>
        </pc:spChg>
        <pc:spChg chg="mod">
          <ac:chgData name="Philippe Bohny" userId="f92dccc7a0284954" providerId="LiveId" clId="{B1342152-2EE3-443B-A4F3-7AC911267FA2}" dt="2025-11-05T18:27:29.885" v="1208" actId="20577"/>
          <ac:spMkLst>
            <pc:docMk/>
            <pc:sldMk cId="1032206550" sldId="307"/>
            <ac:spMk id="3" creationId="{17C2A94B-BB88-AC54-9875-5AEF3E474D2E}"/>
          </ac:spMkLst>
        </pc:spChg>
        <pc:picChg chg="add mod">
          <ac:chgData name="Philippe Bohny" userId="f92dccc7a0284954" providerId="LiveId" clId="{B1342152-2EE3-443B-A4F3-7AC911267FA2}" dt="2025-11-04T16:46:47.552" v="231" actId="1076"/>
          <ac:picMkLst>
            <pc:docMk/>
            <pc:sldMk cId="1032206550" sldId="307"/>
            <ac:picMk id="7" creationId="{EA5AC057-60C6-6659-42B0-B95E2C6BB1CC}"/>
          </ac:picMkLst>
        </pc:picChg>
        <pc:picChg chg="del">
          <ac:chgData name="Philippe Bohny" userId="f92dccc7a0284954" providerId="LiveId" clId="{B1342152-2EE3-443B-A4F3-7AC911267FA2}" dt="2025-11-04T16:44:48.760" v="91" actId="478"/>
          <ac:picMkLst>
            <pc:docMk/>
            <pc:sldMk cId="1032206550" sldId="307"/>
            <ac:picMk id="1026" creationId="{A0D6AF49-D574-6E7B-1A8E-11AF1D83A241}"/>
          </ac:picMkLst>
        </pc:picChg>
      </pc:sldChg>
      <pc:sldChg chg="addSp delSp modSp mod">
        <pc:chgData name="Philippe Bohny" userId="f92dccc7a0284954" providerId="LiveId" clId="{B1342152-2EE3-443B-A4F3-7AC911267FA2}" dt="2025-11-04T19:18:38.457" v="865" actId="20577"/>
        <pc:sldMkLst>
          <pc:docMk/>
          <pc:sldMk cId="3147579467" sldId="308"/>
        </pc:sldMkLst>
        <pc:spChg chg="mod">
          <ac:chgData name="Philippe Bohny" userId="f92dccc7a0284954" providerId="LiveId" clId="{B1342152-2EE3-443B-A4F3-7AC911267FA2}" dt="2025-11-04T19:08:18.912" v="534"/>
          <ac:spMkLst>
            <pc:docMk/>
            <pc:sldMk cId="3147579467" sldId="308"/>
            <ac:spMk id="2" creationId="{85D6BD30-AECD-D95A-E64D-78590D95EA1E}"/>
          </ac:spMkLst>
        </pc:spChg>
        <pc:spChg chg="del mod">
          <ac:chgData name="Philippe Bohny" userId="f92dccc7a0284954" providerId="LiveId" clId="{B1342152-2EE3-443B-A4F3-7AC911267FA2}" dt="2025-11-04T19:09:04.457" v="538"/>
          <ac:spMkLst>
            <pc:docMk/>
            <pc:sldMk cId="3147579467" sldId="308"/>
            <ac:spMk id="3" creationId="{1C4391FB-E713-4F4C-7A68-CEFE7D06A7D6}"/>
          </ac:spMkLst>
        </pc:spChg>
        <pc:graphicFrameChg chg="add mod modGraphic">
          <ac:chgData name="Philippe Bohny" userId="f92dccc7a0284954" providerId="LiveId" clId="{B1342152-2EE3-443B-A4F3-7AC911267FA2}" dt="2025-11-04T19:18:38.457" v="865" actId="20577"/>
          <ac:graphicFrameMkLst>
            <pc:docMk/>
            <pc:sldMk cId="3147579467" sldId="308"/>
            <ac:graphicFrameMk id="7" creationId="{0B55C564-4D02-3273-774F-1E81C791FAA0}"/>
          </ac:graphicFrameMkLst>
        </pc:graphicFrameChg>
        <pc:picChg chg="del">
          <ac:chgData name="Philippe Bohny" userId="f92dccc7a0284954" providerId="LiveId" clId="{B1342152-2EE3-443B-A4F3-7AC911267FA2}" dt="2025-11-04T19:09:07.569" v="539" actId="478"/>
          <ac:picMkLst>
            <pc:docMk/>
            <pc:sldMk cId="3147579467" sldId="308"/>
            <ac:picMk id="2050" creationId="{8C2BBA93-549A-D766-E0FD-4A96913C5A59}"/>
          </ac:picMkLst>
        </pc:picChg>
      </pc:sldChg>
      <pc:sldChg chg="del">
        <pc:chgData name="Philippe Bohny" userId="f92dccc7a0284954" providerId="LiveId" clId="{B1342152-2EE3-443B-A4F3-7AC911267FA2}" dt="2025-11-04T16:49:57.988" v="360" actId="47"/>
        <pc:sldMkLst>
          <pc:docMk/>
          <pc:sldMk cId="2475468975" sldId="309"/>
        </pc:sldMkLst>
      </pc:sldChg>
      <pc:sldChg chg="del">
        <pc:chgData name="Philippe Bohny" userId="f92dccc7a0284954" providerId="LiveId" clId="{B1342152-2EE3-443B-A4F3-7AC911267FA2}" dt="2025-11-04T16:49:57.988" v="360" actId="47"/>
        <pc:sldMkLst>
          <pc:docMk/>
          <pc:sldMk cId="3207496152" sldId="310"/>
        </pc:sldMkLst>
      </pc:sldChg>
      <pc:sldChg chg="del">
        <pc:chgData name="Philippe Bohny" userId="f92dccc7a0284954" providerId="LiveId" clId="{B1342152-2EE3-443B-A4F3-7AC911267FA2}" dt="2025-11-04T16:49:57.988" v="360" actId="47"/>
        <pc:sldMkLst>
          <pc:docMk/>
          <pc:sldMk cId="3404496762" sldId="311"/>
        </pc:sldMkLst>
      </pc:sldChg>
      <pc:sldChg chg="del">
        <pc:chgData name="Philippe Bohny" userId="f92dccc7a0284954" providerId="LiveId" clId="{B1342152-2EE3-443B-A4F3-7AC911267FA2}" dt="2025-11-04T19:18:50.337" v="866" actId="2696"/>
        <pc:sldMkLst>
          <pc:docMk/>
          <pc:sldMk cId="1949516066" sldId="312"/>
        </pc:sldMkLst>
      </pc:sldChg>
      <pc:sldChg chg="del">
        <pc:chgData name="Philippe Bohny" userId="f92dccc7a0284954" providerId="LiveId" clId="{B1342152-2EE3-443B-A4F3-7AC911267FA2}" dt="2025-11-04T19:18:53.802" v="867" actId="2696"/>
        <pc:sldMkLst>
          <pc:docMk/>
          <pc:sldMk cId="3264464863" sldId="313"/>
        </pc:sldMkLst>
      </pc:sldChg>
      <pc:sldChg chg="modSp mod">
        <pc:chgData name="Philippe Bohny" userId="f92dccc7a0284954" providerId="LiveId" clId="{B1342152-2EE3-443B-A4F3-7AC911267FA2}" dt="2025-11-04T19:20:15.160" v="874" actId="20577"/>
        <pc:sldMkLst>
          <pc:docMk/>
          <pc:sldMk cId="2590236186" sldId="314"/>
        </pc:sldMkLst>
        <pc:spChg chg="mod">
          <ac:chgData name="Philippe Bohny" userId="f92dccc7a0284954" providerId="LiveId" clId="{B1342152-2EE3-443B-A4F3-7AC911267FA2}" dt="2025-11-04T19:19:05.959" v="868"/>
          <ac:spMkLst>
            <pc:docMk/>
            <pc:sldMk cId="2590236186" sldId="314"/>
            <ac:spMk id="2" creationId="{12111BB0-5C74-8197-A77A-5E0B94C67FF5}"/>
          </ac:spMkLst>
        </pc:spChg>
        <pc:spChg chg="mod">
          <ac:chgData name="Philippe Bohny" userId="f92dccc7a0284954" providerId="LiveId" clId="{B1342152-2EE3-443B-A4F3-7AC911267FA2}" dt="2025-11-04T19:20:15.160" v="874" actId="20577"/>
          <ac:spMkLst>
            <pc:docMk/>
            <pc:sldMk cId="2590236186" sldId="314"/>
            <ac:spMk id="3" creationId="{9232EA40-7E3E-0BA6-161B-A68827199603}"/>
          </ac:spMkLst>
        </pc:spChg>
      </pc:sldChg>
      <pc:sldChg chg="modSp mod modNotesTx">
        <pc:chgData name="Philippe Bohny" userId="f92dccc7a0284954" providerId="LiveId" clId="{B1342152-2EE3-443B-A4F3-7AC911267FA2}" dt="2025-11-04T19:23:23.435" v="884" actId="20577"/>
        <pc:sldMkLst>
          <pc:docMk/>
          <pc:sldMk cId="4140515288" sldId="315"/>
        </pc:sldMkLst>
        <pc:spChg chg="mod">
          <ac:chgData name="Philippe Bohny" userId="f92dccc7a0284954" providerId="LiveId" clId="{B1342152-2EE3-443B-A4F3-7AC911267FA2}" dt="2025-11-04T19:20:43.114" v="875"/>
          <ac:spMkLst>
            <pc:docMk/>
            <pc:sldMk cId="4140515288" sldId="315"/>
            <ac:spMk id="2" creationId="{15A15604-E1D1-2DCE-CAD1-66920F431DBC}"/>
          </ac:spMkLst>
        </pc:spChg>
        <pc:spChg chg="mod">
          <ac:chgData name="Philippe Bohny" userId="f92dccc7a0284954" providerId="LiveId" clId="{B1342152-2EE3-443B-A4F3-7AC911267FA2}" dt="2025-11-04T19:21:22.692" v="881" actId="20577"/>
          <ac:spMkLst>
            <pc:docMk/>
            <pc:sldMk cId="4140515288" sldId="315"/>
            <ac:spMk id="3" creationId="{7544CA46-1004-A7A9-6A33-6E47107EF3D6}"/>
          </ac:spMkLst>
        </pc:spChg>
      </pc:sldChg>
      <pc:sldChg chg="addSp delSp modSp new mod modNotesTx">
        <pc:chgData name="Philippe Bohny" userId="f92dccc7a0284954" providerId="LiveId" clId="{B1342152-2EE3-443B-A4F3-7AC911267FA2}" dt="2025-11-04T19:03:26.786" v="462" actId="14100"/>
        <pc:sldMkLst>
          <pc:docMk/>
          <pc:sldMk cId="2254694662" sldId="316"/>
        </pc:sldMkLst>
        <pc:spChg chg="mod">
          <ac:chgData name="Philippe Bohny" userId="f92dccc7a0284954" providerId="LiveId" clId="{B1342152-2EE3-443B-A4F3-7AC911267FA2}" dt="2025-11-02T14:59:22.532" v="26" actId="20577"/>
          <ac:spMkLst>
            <pc:docMk/>
            <pc:sldMk cId="2254694662" sldId="316"/>
            <ac:spMk id="2" creationId="{9009CAFB-9D8E-7ADC-4D42-EB5BDDEFC012}"/>
          </ac:spMkLst>
        </pc:spChg>
        <pc:spChg chg="add del">
          <ac:chgData name="Philippe Bohny" userId="f92dccc7a0284954" providerId="LiveId" clId="{B1342152-2EE3-443B-A4F3-7AC911267FA2}" dt="2025-11-02T14:45:12.521" v="3" actId="22"/>
          <ac:spMkLst>
            <pc:docMk/>
            <pc:sldMk cId="2254694662" sldId="316"/>
            <ac:spMk id="3" creationId="{9900214E-2A46-640C-6175-0381799BD71C}"/>
          </ac:spMkLst>
        </pc:spChg>
        <pc:spChg chg="add del mod">
          <ac:chgData name="Philippe Bohny" userId="f92dccc7a0284954" providerId="LiveId" clId="{B1342152-2EE3-443B-A4F3-7AC911267FA2}" dt="2025-11-02T14:57:19.112" v="7" actId="22"/>
          <ac:spMkLst>
            <pc:docMk/>
            <pc:sldMk cId="2254694662" sldId="316"/>
            <ac:spMk id="11" creationId="{22A7ABD3-4780-CE94-DF33-816E202097C3}"/>
          </ac:spMkLst>
        </pc:spChg>
        <pc:spChg chg="add del mod">
          <ac:chgData name="Philippe Bohny" userId="f92dccc7a0284954" providerId="LiveId" clId="{B1342152-2EE3-443B-A4F3-7AC911267FA2}" dt="2025-11-02T14:59:12.498" v="9" actId="22"/>
          <ac:spMkLst>
            <pc:docMk/>
            <pc:sldMk cId="2254694662" sldId="316"/>
            <ac:spMk id="17" creationId="{43D03983-9529-B7DA-D129-EBF6A8015735}"/>
          </ac:spMkLst>
        </pc:spChg>
        <pc:spChg chg="add del mod">
          <ac:chgData name="Philippe Bohny" userId="f92dccc7a0284954" providerId="LiveId" clId="{B1342152-2EE3-443B-A4F3-7AC911267FA2}" dt="2025-11-02T15:52:25.814" v="29" actId="22"/>
          <ac:spMkLst>
            <pc:docMk/>
            <pc:sldMk cId="2254694662" sldId="316"/>
            <ac:spMk id="21" creationId="{02016155-27CA-3EAD-3908-C384C0A3E1C3}"/>
          </ac:spMkLst>
        </pc:spChg>
        <pc:graphicFrameChg chg="add mod">
          <ac:chgData name="Philippe Bohny" userId="f92dccc7a0284954" providerId="LiveId" clId="{B1342152-2EE3-443B-A4F3-7AC911267FA2}" dt="2025-11-02T14:45:06.070" v="2"/>
          <ac:graphicFrameMkLst>
            <pc:docMk/>
            <pc:sldMk cId="2254694662" sldId="316"/>
            <ac:graphicFrameMk id="7" creationId="{55E3CB13-CD66-8E3E-FE38-D045F45D2575}"/>
          </ac:graphicFrameMkLst>
        </pc:graphicFrameChg>
        <pc:picChg chg="add del mod ord">
          <ac:chgData name="Philippe Bohny" userId="f92dccc7a0284954" providerId="LiveId" clId="{B1342152-2EE3-443B-A4F3-7AC911267FA2}" dt="2025-11-02T14:54:32.994" v="4" actId="478"/>
          <ac:picMkLst>
            <pc:docMk/>
            <pc:sldMk cId="2254694662" sldId="316"/>
            <ac:picMk id="9" creationId="{8D87130C-2BCE-74F2-9F4D-6EA49BAC565C}"/>
          </ac:picMkLst>
        </pc:picChg>
        <pc:picChg chg="add del">
          <ac:chgData name="Philippe Bohny" userId="f92dccc7a0284954" providerId="LiveId" clId="{B1342152-2EE3-443B-A4F3-7AC911267FA2}" dt="2025-11-02T14:57:16.148" v="6" actId="478"/>
          <ac:picMkLst>
            <pc:docMk/>
            <pc:sldMk cId="2254694662" sldId="316"/>
            <ac:picMk id="13" creationId="{807380F9-F238-6BB2-5CCA-BF6692055071}"/>
          </ac:picMkLst>
        </pc:picChg>
        <pc:picChg chg="add del mod ord">
          <ac:chgData name="Philippe Bohny" userId="f92dccc7a0284954" providerId="LiveId" clId="{B1342152-2EE3-443B-A4F3-7AC911267FA2}" dt="2025-11-02T14:58:59.352" v="8" actId="478"/>
          <ac:picMkLst>
            <pc:docMk/>
            <pc:sldMk cId="2254694662" sldId="316"/>
            <ac:picMk id="15" creationId="{64375318-5587-C6AD-E757-783EF3C55610}"/>
          </ac:picMkLst>
        </pc:picChg>
        <pc:picChg chg="add del mod ord">
          <ac:chgData name="Philippe Bohny" userId="f92dccc7a0284954" providerId="LiveId" clId="{B1342152-2EE3-443B-A4F3-7AC911267FA2}" dt="2025-11-02T15:52:21.700" v="28" actId="478"/>
          <ac:picMkLst>
            <pc:docMk/>
            <pc:sldMk cId="2254694662" sldId="316"/>
            <ac:picMk id="19" creationId="{5BBA9465-8582-B9EF-B8F2-0334549D47C6}"/>
          </ac:picMkLst>
        </pc:picChg>
        <pc:picChg chg="add mod ord">
          <ac:chgData name="Philippe Bohny" userId="f92dccc7a0284954" providerId="LiveId" clId="{B1342152-2EE3-443B-A4F3-7AC911267FA2}" dt="2025-11-04T19:03:26.786" v="462" actId="14100"/>
          <ac:picMkLst>
            <pc:docMk/>
            <pc:sldMk cId="2254694662" sldId="316"/>
            <ac:picMk id="23" creationId="{50C14116-6729-96F1-12BE-13CD5540C839}"/>
          </ac:picMkLst>
        </pc:picChg>
      </pc:sldChg>
      <pc:sldChg chg="addSp delSp modSp new mod modNotesTx">
        <pc:chgData name="Philippe Bohny" userId="f92dccc7a0284954" providerId="LiveId" clId="{B1342152-2EE3-443B-A4F3-7AC911267FA2}" dt="2025-11-04T19:07:32.273" v="515" actId="20577"/>
        <pc:sldMkLst>
          <pc:docMk/>
          <pc:sldMk cId="720703900" sldId="317"/>
        </pc:sldMkLst>
        <pc:spChg chg="mod">
          <ac:chgData name="Philippe Bohny" userId="f92dccc7a0284954" providerId="LiveId" clId="{B1342152-2EE3-443B-A4F3-7AC911267FA2}" dt="2025-11-02T16:15:40.843" v="49" actId="20577"/>
          <ac:spMkLst>
            <pc:docMk/>
            <pc:sldMk cId="720703900" sldId="317"/>
            <ac:spMk id="2" creationId="{617476B7-E117-99A2-8611-5324F94CA149}"/>
          </ac:spMkLst>
        </pc:spChg>
        <pc:spChg chg="del">
          <ac:chgData name="Philippe Bohny" userId="f92dccc7a0284954" providerId="LiveId" clId="{B1342152-2EE3-443B-A4F3-7AC911267FA2}" dt="2025-11-02T16:15:21.191" v="31" actId="22"/>
          <ac:spMkLst>
            <pc:docMk/>
            <pc:sldMk cId="720703900" sldId="317"/>
            <ac:spMk id="3" creationId="{F608FA96-1A38-CC44-44E5-8E00E455D8C4}"/>
          </ac:spMkLst>
        </pc:spChg>
        <pc:picChg chg="add mod ord">
          <ac:chgData name="Philippe Bohny" userId="f92dccc7a0284954" providerId="LiveId" clId="{B1342152-2EE3-443B-A4F3-7AC911267FA2}" dt="2025-11-02T16:15:21.191" v="31" actId="22"/>
          <ac:picMkLst>
            <pc:docMk/>
            <pc:sldMk cId="720703900" sldId="317"/>
            <ac:picMk id="8" creationId="{6CA3CAAC-1ACC-986F-FCD0-E4F93C31DBEB}"/>
          </ac:picMkLst>
        </pc:picChg>
      </pc:sldChg>
      <pc:sldChg chg="modSp new mod">
        <pc:chgData name="Philippe Bohny" userId="f92dccc7a0284954" providerId="LiveId" clId="{B1342152-2EE3-443B-A4F3-7AC911267FA2}" dt="2025-11-04T16:47:37.056" v="260" actId="20577"/>
        <pc:sldMkLst>
          <pc:docMk/>
          <pc:sldMk cId="1594898117" sldId="318"/>
        </pc:sldMkLst>
        <pc:spChg chg="mod">
          <ac:chgData name="Philippe Bohny" userId="f92dccc7a0284954" providerId="LiveId" clId="{B1342152-2EE3-443B-A4F3-7AC911267FA2}" dt="2025-11-04T16:47:05.151" v="256" actId="20577"/>
          <ac:spMkLst>
            <pc:docMk/>
            <pc:sldMk cId="1594898117" sldId="318"/>
            <ac:spMk id="2" creationId="{4FC80646-7BEE-EFB1-0A9A-92A44FFD529A}"/>
          </ac:spMkLst>
        </pc:spChg>
        <pc:spChg chg="mod">
          <ac:chgData name="Philippe Bohny" userId="f92dccc7a0284954" providerId="LiveId" clId="{B1342152-2EE3-443B-A4F3-7AC911267FA2}" dt="2025-11-04T16:47:37.056" v="260" actId="20577"/>
          <ac:spMkLst>
            <pc:docMk/>
            <pc:sldMk cId="1594898117" sldId="318"/>
            <ac:spMk id="3" creationId="{17B81475-6221-CCFA-7128-BE8588D5E387}"/>
          </ac:spMkLst>
        </pc:spChg>
      </pc:sldChg>
      <pc:sldChg chg="addSp delSp modSp add mod modNotesTx">
        <pc:chgData name="Philippe Bohny" userId="f92dccc7a0284954" providerId="LiveId" clId="{B1342152-2EE3-443B-A4F3-7AC911267FA2}" dt="2025-11-05T18:34:01.609" v="1211"/>
        <pc:sldMkLst>
          <pc:docMk/>
          <pc:sldMk cId="856793740" sldId="319"/>
        </pc:sldMkLst>
        <pc:spChg chg="mod">
          <ac:chgData name="Philippe Bohny" userId="f92dccc7a0284954" providerId="LiveId" clId="{B1342152-2EE3-443B-A4F3-7AC911267FA2}" dt="2025-11-04T16:48:23.782" v="262"/>
          <ac:spMkLst>
            <pc:docMk/>
            <pc:sldMk cId="856793740" sldId="319"/>
            <ac:spMk id="2" creationId="{4FC80646-7BEE-EFB1-0A9A-92A44FFD529A}"/>
          </ac:spMkLst>
        </pc:spChg>
        <pc:spChg chg="add del mod">
          <ac:chgData name="Philippe Bohny" userId="f92dccc7a0284954" providerId="LiveId" clId="{B1342152-2EE3-443B-A4F3-7AC911267FA2}" dt="2025-11-04T19:45:14.829" v="939" actId="20577"/>
          <ac:spMkLst>
            <pc:docMk/>
            <pc:sldMk cId="856793740" sldId="319"/>
            <ac:spMk id="3" creationId="{17B81475-6221-CCFA-7128-BE8588D5E387}"/>
          </ac:spMkLst>
        </pc:spChg>
        <pc:graphicFrameChg chg="add mod">
          <ac:chgData name="Philippe Bohny" userId="f92dccc7a0284954" providerId="LiveId" clId="{B1342152-2EE3-443B-A4F3-7AC911267FA2}" dt="2025-11-04T19:43:46.569" v="888" actId="12084"/>
          <ac:graphicFrameMkLst>
            <pc:docMk/>
            <pc:sldMk cId="856793740" sldId="319"/>
            <ac:graphicFrameMk id="7" creationId="{F6EC1F66-CAF4-90F2-2ED4-A727141E1410}"/>
          </ac:graphicFrameMkLst>
        </pc:graphicFrameChg>
        <pc:graphicFrameChg chg="add mod modGraphic">
          <ac:chgData name="Philippe Bohny" userId="f92dccc7a0284954" providerId="LiveId" clId="{B1342152-2EE3-443B-A4F3-7AC911267FA2}" dt="2025-11-04T19:45:23.991" v="941" actId="1076"/>
          <ac:graphicFrameMkLst>
            <pc:docMk/>
            <pc:sldMk cId="856793740" sldId="319"/>
            <ac:graphicFrameMk id="8" creationId="{58788510-8928-6C47-B7E0-3F31F6CACA26}"/>
          </ac:graphicFrameMkLst>
        </pc:graphicFrameChg>
        <pc:picChg chg="add mod">
          <ac:chgData name="Philippe Bohny" userId="f92dccc7a0284954" providerId="LiveId" clId="{B1342152-2EE3-443B-A4F3-7AC911267FA2}" dt="2025-11-04T19:47:40.504" v="946" actId="167"/>
          <ac:picMkLst>
            <pc:docMk/>
            <pc:sldMk cId="856793740" sldId="319"/>
            <ac:picMk id="4098" creationId="{AB683550-4F8F-E598-7A8A-F360B5A2D1BE}"/>
          </ac:picMkLst>
        </pc:picChg>
      </pc:sldChg>
      <pc:sldChg chg="addSp modSp add mod ord modNotesTx">
        <pc:chgData name="Philippe Bohny" userId="f92dccc7a0284954" providerId="LiveId" clId="{B1342152-2EE3-443B-A4F3-7AC911267FA2}" dt="2025-11-05T18:45:09.558" v="1249"/>
        <pc:sldMkLst>
          <pc:docMk/>
          <pc:sldMk cId="660943879" sldId="320"/>
        </pc:sldMkLst>
        <pc:spChg chg="mod">
          <ac:chgData name="Philippe Bohny" userId="f92dccc7a0284954" providerId="LiveId" clId="{B1342152-2EE3-443B-A4F3-7AC911267FA2}" dt="2025-11-04T16:50:53.901" v="370"/>
          <ac:spMkLst>
            <pc:docMk/>
            <pc:sldMk cId="660943879" sldId="320"/>
            <ac:spMk id="2" creationId="{4FC80646-7BEE-EFB1-0A9A-92A44FFD529A}"/>
          </ac:spMkLst>
        </pc:spChg>
        <pc:spChg chg="mod">
          <ac:chgData name="Philippe Bohny" userId="f92dccc7a0284954" providerId="LiveId" clId="{B1342152-2EE3-443B-A4F3-7AC911267FA2}" dt="2025-11-05T18:42:06.050" v="1246" actId="6549"/>
          <ac:spMkLst>
            <pc:docMk/>
            <pc:sldMk cId="660943879" sldId="320"/>
            <ac:spMk id="3" creationId="{17B81475-6221-CCFA-7128-BE8588D5E387}"/>
          </ac:spMkLst>
        </pc:spChg>
        <pc:spChg chg="add">
          <ac:chgData name="Philippe Bohny" userId="f92dccc7a0284954" providerId="LiveId" clId="{B1342152-2EE3-443B-A4F3-7AC911267FA2}" dt="2025-11-04T18:59:03.672" v="372"/>
          <ac:spMkLst>
            <pc:docMk/>
            <pc:sldMk cId="660943879" sldId="320"/>
            <ac:spMk id="7" creationId="{53D700B1-6614-374F-8D22-95F0270A64CC}"/>
          </ac:spMkLst>
        </pc:spChg>
        <pc:graphicFrameChg chg="add mod modGraphic">
          <ac:chgData name="Philippe Bohny" userId="f92dccc7a0284954" providerId="LiveId" clId="{B1342152-2EE3-443B-A4F3-7AC911267FA2}" dt="2025-11-05T18:41:49.026" v="1245" actId="1076"/>
          <ac:graphicFrameMkLst>
            <pc:docMk/>
            <pc:sldMk cId="660943879" sldId="320"/>
            <ac:graphicFrameMk id="7" creationId="{7B3A8C84-D5A6-19B2-288D-6218AEF694C0}"/>
          </ac:graphicFrameMkLst>
        </pc:graphicFrameChg>
      </pc:sldChg>
      <pc:sldChg chg="addSp modSp new mod modNotesTx">
        <pc:chgData name="Philippe Bohny" userId="f92dccc7a0284954" providerId="LiveId" clId="{B1342152-2EE3-443B-A4F3-7AC911267FA2}" dt="2025-11-05T18:47:19.999" v="1250"/>
        <pc:sldMkLst>
          <pc:docMk/>
          <pc:sldMk cId="2850006343" sldId="321"/>
        </pc:sldMkLst>
        <pc:spChg chg="mod">
          <ac:chgData name="Philippe Bohny" userId="f92dccc7a0284954" providerId="LiveId" clId="{B1342152-2EE3-443B-A4F3-7AC911267FA2}" dt="2025-11-04T19:00:53.849" v="425" actId="20577"/>
          <ac:spMkLst>
            <pc:docMk/>
            <pc:sldMk cId="2850006343" sldId="321"/>
            <ac:spMk id="2" creationId="{14F1223C-E9F9-A767-2032-C25E9A6B64A8}"/>
          </ac:spMkLst>
        </pc:spChg>
        <pc:spChg chg="mod">
          <ac:chgData name="Philippe Bohny" userId="f92dccc7a0284954" providerId="LiveId" clId="{B1342152-2EE3-443B-A4F3-7AC911267FA2}" dt="2025-11-04T19:02:49.484" v="458" actId="113"/>
          <ac:spMkLst>
            <pc:docMk/>
            <pc:sldMk cId="2850006343" sldId="321"/>
            <ac:spMk id="3" creationId="{698B5F1A-92BA-275C-315A-492DB9902829}"/>
          </ac:spMkLst>
        </pc:spChg>
        <pc:spChg chg="add">
          <ac:chgData name="Philippe Bohny" userId="f92dccc7a0284954" providerId="LiveId" clId="{B1342152-2EE3-443B-A4F3-7AC911267FA2}" dt="2025-11-04T19:01:26.974" v="428"/>
          <ac:spMkLst>
            <pc:docMk/>
            <pc:sldMk cId="2850006343" sldId="321"/>
            <ac:spMk id="7" creationId="{3A0DF058-2406-EE59-246B-E1DCAE7D76EA}"/>
          </ac:spMkLst>
        </pc:spChg>
      </pc:sldChg>
      <pc:sldChg chg="modSp add mod ord">
        <pc:chgData name="Philippe Bohny" userId="f92dccc7a0284954" providerId="LiveId" clId="{B1342152-2EE3-443B-A4F3-7AC911267FA2}" dt="2025-11-04T19:05:46.145" v="503" actId="6549"/>
        <pc:sldMkLst>
          <pc:docMk/>
          <pc:sldMk cId="2776146852" sldId="322"/>
        </pc:sldMkLst>
        <pc:spChg chg="mod">
          <ac:chgData name="Philippe Bohny" userId="f92dccc7a0284954" providerId="LiveId" clId="{B1342152-2EE3-443B-A4F3-7AC911267FA2}" dt="2025-11-04T19:04:01.629" v="494" actId="6549"/>
          <ac:spMkLst>
            <pc:docMk/>
            <pc:sldMk cId="2776146852" sldId="322"/>
            <ac:spMk id="2" creationId="{14F1223C-E9F9-A767-2032-C25E9A6B64A8}"/>
          </ac:spMkLst>
        </pc:spChg>
        <pc:spChg chg="mod">
          <ac:chgData name="Philippe Bohny" userId="f92dccc7a0284954" providerId="LiveId" clId="{B1342152-2EE3-443B-A4F3-7AC911267FA2}" dt="2025-11-04T19:05:46.145" v="503" actId="6549"/>
          <ac:spMkLst>
            <pc:docMk/>
            <pc:sldMk cId="2776146852" sldId="322"/>
            <ac:spMk id="3" creationId="{698B5F1A-92BA-275C-315A-492DB990282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rgbClr val="336600"/>
              </a:solidFill>
              <a:ln>
                <a:noFill/>
              </a:ln>
              <a:effectLst>
                <a:outerShdw blurRad="50800" dist="50800" dir="5400000" algn="ctr" rotWithShape="0">
                  <a:srgbClr val="336600"/>
                </a:outerShdw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DCC4-4962-BD2D-CF5E18215ED8}"/>
              </c:ext>
            </c:extLst>
          </c:dPt>
          <c:dPt>
            <c:idx val="1"/>
            <c:bubble3D val="0"/>
            <c:spPr>
              <a:solidFill>
                <a:srgbClr val="DDDDDD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CC4-4962-BD2D-CF5E18215ED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C4-4962-BD2D-CF5E18215ED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4F43F43-01F0-4E22-A831-5E2CC51AF0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69453FA-14C7-497F-8BF3-CD7A7A9EF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64375-7DBE-4602-B497-393CF0B2DBA1}" type="datetimeFigureOut">
              <a:rPr lang="de-CH" smtClean="0"/>
              <a:t>08.12.2025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930C0E-7921-4F46-B223-809B265561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5E4DE4-CBC5-4E2F-BC31-D95572FBFD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06D97-C6F4-4827-8694-55D28A4BC00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7040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9E7A0-7DC3-48CD-AEF6-29682FC2F0A6}" type="datetimeFigureOut">
              <a:rPr lang="de-CH" smtClean="0"/>
              <a:t>08.12.2025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B17E9-6086-41E3-94CA-F3B6599C97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145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Wir stehen heute an einem entscheidenden Wendepunkt. Die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railTRACK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AG hat seit ihrer Gründung 1954 die Schienenfahrzeugindustrie mit innovativer Technik geprägt. Doch die Zukunft gehört nicht mehr allein dem Stahl – sie gehört den Daten. Heute präsentiere ich Ihnen unsere Initiative zur digitalen Transformation der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railTRACK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AG – eine Initiative, die nicht nur unser Unternehmen, sondern die gesamte Mobilitätsbranche neu definieren wird.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555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Ausgangslage: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9949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railTRACK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AG steht vor drei fundamentalen Herausforderungen: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Erstens: Der Margendruck im traditionellen Fahrzeuggeschäft nimmt zu. Mit 85% unseres Umsatzes aus dem klassischen Rolling Stock sind wir hochgradig abhängig von einem Geschäftsmodell, das zunehmend unter Druck gerät.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Zweitens: Unsere Nachhaltigkeitsziele verlangen eine Reduktion der CO₂-Emissionen um 50% – ein ambitiöses Ziel, das mit konventionellen Mitteln nicht zu erreichen ist.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Drittens: Mit unserer Expansion nach Detroit wagen wir den Schritt in den US-Markt – einen Markt, der von starker Konkurrenz geprägt ist und wo wir uns differenzieren müssen.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Diese Herausforderungen kann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railTRACK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nicht allein durch bessere Züge meistern. Wir müssen handeln! Wir müssen den Mut haben, uns neu zu erfinden. </a:t>
            </a:r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Unsere Initiative ist klar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: Wir transformieren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railTRACK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vom Hersteller zum Performance-Partner – vom Lieferanten von Hardware zum Garanten für Mobilität.</a:t>
            </a:r>
          </a:p>
          <a:p>
            <a:pPr algn="l"/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Diese Initiative ist nicht optional – sie ist existenziell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. Sie ist unser Weg, in einem sich rasant wandelnden Markt nicht nur zu überleben, sondern zu führen."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1102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Warum ist der Wandel so schwierig? Betrachten wir die aktuelle Situation: Daten – unser wertvollstes Gut – sind in Silos gefangen.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SAP PM speichert Wartungspläne getrennt von den IoT-Sensordaten unserer Fahrzeuge. GIS-Systeme für Streckendaten existieren völlig isoliert von Wetterdaten und Betriebsinformationen. Die Folge: </a:t>
            </a:r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Wir verlieren täglich wertvolle Erkenntnisse und können das Potenzial unserer Daten nicht ausschöpfen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Der Bahnbetreiber SBB verlor 2023 allein durch Achslagerschäden 2,7 Millionen CHF – größtenteils vermeidbar, hätte man die Signale frühzeitig erkennen können. Die Daten waren vorhanden, aber nicht integriert. Dies ist keine technische Herausforderung – </a:t>
            </a:r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es ist ein strategisches Versäumnis, das wir nicht länger hinnehmen dürfen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0775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Das digitale Rückgrat der Transformation</a:t>
            </a:r>
            <a:endParaRPr lang="de-DE" b="0" i="0" dirty="0">
              <a:solidFill>
                <a:srgbClr val="333B46"/>
              </a:solidFill>
              <a:effectLst/>
              <a:latin typeface="Outfit"/>
            </a:endParaRP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"Unsere </a:t>
            </a:r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erste Initiative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 ist der Aufbau eines unternehmensweiten Data Lakes. Dieser ist kein IT-Projekt, sondern das digitale Rückgrat unserer Transformation.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Der Data Lake folgt einem dreistufigen Architekturkonzept: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 Raw Zone speichert alle Daten in ihrer Originalform – ohne Filterung, ohne Vorverarbeitung. Dies ist entscheidend, denn für KI-Anwendungen brauchen wir oft genau die Rohdaten, die in traditionellen Systemen verloren gehen.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Curated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Zone reinigt, standardisiert und reichert diese Daten an. Hier werden Sensordaten mit Kontextinformationen wie Wetterbedingungen oder Streckenprofilen verbunden.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Consumption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Zone bereitet die Daten für spezifische Anwendungsfälle auf – sei es für Dashboards,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Predictive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Models oder automatisierte Entscheidungen.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Dies ist kein passiver Datenspeicher, sondern eine aktive Produktionsstätte für Erkenntnisse. Der Data Lake verbindet unsere neue Produktion in Detroit nahtlos mit unseren europäischen Standorten und schafft eine 'Single Source </a:t>
            </a:r>
            <a:r>
              <a:rPr lang="de-DE" b="0" i="0" dirty="0" err="1">
                <a:solidFill>
                  <a:srgbClr val="333B46"/>
                </a:solidFill>
                <a:effectLst/>
                <a:latin typeface="Outfit"/>
              </a:rPr>
              <a:t>of</a:t>
            </a:r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 Truth' für das gesamte Unternehmen.</a:t>
            </a:r>
          </a:p>
          <a:p>
            <a:pPr algn="l"/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Wir handeln jetzt, um die Datensilos aufzubrechen und den Grundstein für unsere digitale Zukunft zu legen.</a:t>
            </a:r>
            <a:endParaRPr lang="de-DE" b="0" i="0" dirty="0">
              <a:solidFill>
                <a:srgbClr val="333B46"/>
              </a:solidFill>
              <a:effectLst/>
              <a:latin typeface="Outfit"/>
            </a:endParaRP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1070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Die technische Basis für Innovation</a:t>
            </a:r>
            <a:endParaRPr lang="de-DE" b="0" i="0" dirty="0">
              <a:solidFill>
                <a:srgbClr val="333B46"/>
              </a:solidFill>
              <a:effectLst/>
              <a:latin typeface="Outfit"/>
            </a:endParaRP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"Konkret setzen wir auf eine Azure-basierte Cloud-Infrastruktur für unseren Data Lake. Diese bietet uns die Skalierbarkeit und Flexibilität, die wir für unsere globale Expansion benötigen.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Ein besonders innovatives Element ist das 'Schema-on-Read'-Prinzip: Anders als bei traditionellen Datenbanken definieren wir die Struktur der Daten erst bei ihrer Nutzung – nicht bei der Speicherung. Dies ermöglicht uns, auch unstrukturierte Daten wie Sensormessungen oder Wartungsnotizen effizient zu integrieren.</a:t>
            </a:r>
          </a:p>
          <a:p>
            <a:pPr algn="l"/>
            <a:r>
              <a:rPr lang="de-DE" b="0" i="0" dirty="0">
                <a:solidFill>
                  <a:srgbClr val="333B46"/>
                </a:solidFill>
                <a:effectLst/>
                <a:latin typeface="Outfit"/>
              </a:rPr>
              <a:t>Für die Echtzeit-Verarbeitung implementieren wir eine spezielle Landing Zone mit Apache Kafka. Diese erlaubt uns, Sensorströme von tausenden Fahrzeugen simultan zu verarbeiten – eine technische Voraussetzung für unsere neuen Services.</a:t>
            </a:r>
          </a:p>
          <a:p>
            <a:pPr algn="l"/>
            <a:r>
              <a:rPr lang="de-DE" b="1" i="0" dirty="0">
                <a:solidFill>
                  <a:srgbClr val="333B46"/>
                </a:solidFill>
                <a:effectLst/>
                <a:latin typeface="Outfit"/>
              </a:rPr>
              <a:t>Dies ist keine reine IT-Architektur – es ist der Grundstein für unsere Zukunft als datengetriebenes Unternehmen.</a:t>
            </a:r>
            <a:endParaRPr lang="de-DE" b="0" i="0" dirty="0">
              <a:solidFill>
                <a:srgbClr val="333B46"/>
              </a:solidFill>
              <a:effectLst/>
              <a:latin typeface="Outfit"/>
            </a:endParaRP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6579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78185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8898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9892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B17E9-6086-41E3-94CA-F3B6599C971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89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1A3F4A9-D11F-4C34-B80C-67C49D3B5A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9442" y="681036"/>
            <a:ext cx="2005249" cy="1350905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FA5671F6-55AF-4C8D-B50B-9DD7D2B02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4584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1B58C45-7C67-4F50-A91A-B06A8D9A2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1037"/>
            <a:ext cx="9144000" cy="292100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27715CD-606E-2E49-9FB6-5CED32BB4A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581236"/>
            <a:ext cx="12192000" cy="2273589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EE4D27F-02BA-4ABB-88A6-890B6ADDAE7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4725511"/>
            <a:ext cx="9143999" cy="63609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spcBef>
                <a:spcPts val="600"/>
              </a:spcBef>
              <a:buNone/>
              <a:defRPr sz="18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CH" dirty="0"/>
              <a:t>Autor/in, Anlass, Datum</a:t>
            </a:r>
          </a:p>
        </p:txBody>
      </p:sp>
    </p:spTree>
    <p:extLst>
      <p:ext uri="{BB962C8B-B14F-4D97-AF65-F5344CB8AC3E}">
        <p14:creationId xmlns:p14="http://schemas.microsoft.com/office/powerpoint/2010/main" val="25121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DD8735-66F2-4BA9-996E-5D2AC4CF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F117B1-5C37-4EC9-8B60-A502A14F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10454F-7CA3-4C07-8DED-4CDA7F09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Datumsplatzhalter 10">
            <a:extLst>
              <a:ext uri="{FF2B5EF4-FFF2-40B4-BE49-F238E27FC236}">
                <a16:creationId xmlns:a16="http://schemas.microsoft.com/office/drawing/2014/main" id="{4613815E-42B6-722E-95B7-69001AA9B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5280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meri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DD8735-66F2-4BA9-996E-5D2AC4CFE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EAD9EA-4A3B-41AA-A8CC-753BC242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C457DE7-CFAC-40E6-BDEE-8684BB9A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Datumsplatzhalter 10">
            <a:extLst>
              <a:ext uri="{FF2B5EF4-FFF2-40B4-BE49-F238E27FC236}">
                <a16:creationId xmlns:a16="http://schemas.microsoft.com/office/drawing/2014/main" id="{899EB1AC-8D56-9E95-6FA7-7A7D5168C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D9D10D2-8D9A-8A4F-81AA-8322CD9D09A0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777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520B4-855E-4F1A-8DB3-36712384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Medienplatzhalter 7">
            <a:extLst>
              <a:ext uri="{FF2B5EF4-FFF2-40B4-BE49-F238E27FC236}">
                <a16:creationId xmlns:a16="http://schemas.microsoft.com/office/drawing/2014/main" id="{20CB8AAB-11DC-47A2-8785-8D42450DF70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37309" y="1825625"/>
            <a:ext cx="10917382" cy="4351338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CH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60EA20B-C11D-49C9-9408-0D2A742AA0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D7F24A8-7049-454C-A076-A1B4F070CC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Datumsplatzhalter 10">
            <a:extLst>
              <a:ext uri="{FF2B5EF4-FFF2-40B4-BE49-F238E27FC236}">
                <a16:creationId xmlns:a16="http://schemas.microsoft.com/office/drawing/2014/main" id="{6AF56D04-C91E-108E-6A88-F27106396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405FA62-3D4C-A845-908A-2CA3B57FF08A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669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0B872-74EF-4C33-8B4E-FAE1E11F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3593F-952C-415A-AF32-FDDD1CF1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310" y="1825625"/>
            <a:ext cx="538249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21D609-BB83-464C-95CE-1E02BB3E1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8249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8A94CC7-FF60-4A03-B9C5-99177EFB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8EE1FB8-8941-4DE8-902C-C1BAE81C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B1B59987-F971-71D5-D2A9-C411226F1376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39A086-2408-AC46-A262-61D4D0C490AB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5508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0B872-74EF-4C33-8B4E-FAE1E11F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C3593F-952C-415A-AF32-FDDD1CF13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310" y="1825625"/>
            <a:ext cx="3583708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39172C6E-BC0E-4F2F-8214-8D9A779BBAF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66364" y="1825625"/>
            <a:ext cx="3583709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25AB4E9-DDFF-456B-A37C-5BBD522CCA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301836" y="1825625"/>
            <a:ext cx="3583709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130347-7708-4C01-BE3E-5D655E4C265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F3F4086-27A6-4B08-8707-C8EB914A31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Datumsplatzhalter 10">
            <a:extLst>
              <a:ext uri="{FF2B5EF4-FFF2-40B4-BE49-F238E27FC236}">
                <a16:creationId xmlns:a16="http://schemas.microsoft.com/office/drawing/2014/main" id="{6D0616B5-315B-3068-6081-32DC8ABE0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209FCCD-0DB2-FA4A-A91D-8F688468EF89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323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1CCC9-9BFC-4CE4-BD02-B4B84EF5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519B7B-4C6B-45DB-A6D6-8F250E679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5157787" cy="81438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E9B40F-22FA-4E5B-A162-9291B5181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6837"/>
            <a:ext cx="5157787" cy="35528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978AC9-5267-4FA6-B937-F67EDD99B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183188" cy="814388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97499F9-EDF3-438B-A4F2-12D2692F3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6837"/>
            <a:ext cx="5183188" cy="35528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A49253-36AB-43E8-B1DA-A0609185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03DC41D-6D71-416B-A287-9EC38A24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Datumsplatzhalter 10">
            <a:extLst>
              <a:ext uri="{FF2B5EF4-FFF2-40B4-BE49-F238E27FC236}">
                <a16:creationId xmlns:a16="http://schemas.microsoft.com/office/drawing/2014/main" id="{9ED0E7CC-D6C4-7817-4CEB-D86AA957E34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6B33FE7-1C23-0D49-9967-4CA91F235446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950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165F5-3685-43D7-BA55-8BEA99DA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FCD97D0-F88E-4F87-A670-339D63C3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0FC1992-78C0-4F3F-9032-F6ABF798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Datumsplatzhalter 10">
            <a:extLst>
              <a:ext uri="{FF2B5EF4-FFF2-40B4-BE49-F238E27FC236}">
                <a16:creationId xmlns:a16="http://schemas.microsoft.com/office/drawing/2014/main" id="{232D8C39-5C4A-8300-D21E-FB9680DF5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5AF0D69-7B9F-AC4F-AA97-6DB0C50A2B9C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6148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AD2E8-DC23-44EF-939E-6FAB4B72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4856FC-6F73-420A-8591-B56AB6F4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atumsplatzhalter 10">
            <a:extLst>
              <a:ext uri="{FF2B5EF4-FFF2-40B4-BE49-F238E27FC236}">
                <a16:creationId xmlns:a16="http://schemas.microsoft.com/office/drawing/2014/main" id="{64247F46-156C-15A2-9A9D-F44F0555C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057C638-BF2F-2047-8918-BD482A085BC8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620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AE478-C77A-404D-A6E6-40DE74D2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7F6AF5-1E55-418D-97D7-C4DA3FE78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3231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F4FA35-392E-45B9-8661-06FD142C4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BDCBC8-5147-48DB-976B-2E4A7577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BC43D41-58DC-40B7-B4D1-1FC96B6A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2476FA2-817D-7E32-4F54-FDA48B17B97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0A5A11A-1A77-774C-98F9-F627107B88AE}" type="datetime4">
              <a:rPr lang="de-CH" smtClean="0"/>
              <a:t>8. Dezember 2025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7795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77FB964-6E9F-4E05-8E05-1BF17C91D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69010"/>
            <a:ext cx="12192000" cy="69152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ECC285A-7967-43D5-9DD4-26A5E791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09" y="681037"/>
            <a:ext cx="7480148" cy="1009651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ED0A757-8E04-4732-9462-4C01587DC8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9442" y="681037"/>
            <a:ext cx="2005249" cy="135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E213C99-FA7F-4C95-9EFA-EFCF4CFC9B8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6337779"/>
            <a:ext cx="12192000" cy="542925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1773A1-D592-4122-A9AD-C526674B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09" y="681037"/>
            <a:ext cx="10917382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1D5F68-63D6-40B2-B89F-8710C5382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7309" y="1825625"/>
            <a:ext cx="109173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6ACEE1CB-7347-4FEF-BF4C-4FD765B7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83465" y="6426678"/>
            <a:ext cx="15025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2278747-97A1-A843-AEF5-73E62B9E927C}" type="datetime4">
              <a:rPr lang="de-CH" smtClean="0"/>
              <a:t>8. Dezember 2025</a:t>
            </a:fld>
            <a:endParaRPr lang="de-CH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0D6E4AE1-3F5D-4BD5-AF1F-C329AD9AC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65500" y="6432125"/>
            <a:ext cx="68848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C4EEC164-BB96-4173-B91A-1EE709C4A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3135" y="6432125"/>
            <a:ext cx="1000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E467-C06D-4A7A-98D0-E1E00465E11C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F55BB03-3DD4-4895-97C9-163A68B4248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25" y="6492818"/>
            <a:ext cx="696081" cy="23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0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63" r:id="rId3"/>
    <p:sldLayoutId id="2147483662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57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67.png"/><Relationship Id="rId3" Type="http://schemas.openxmlformats.org/officeDocument/2006/relationships/image" Target="../media/image29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24" Type="http://schemas.openxmlformats.org/officeDocument/2006/relationships/image" Target="../media/image65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18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89.png"/><Relationship Id="rId3" Type="http://schemas.openxmlformats.org/officeDocument/2006/relationships/image" Target="../media/image68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5.png"/><Relationship Id="rId24" Type="http://schemas.openxmlformats.org/officeDocument/2006/relationships/image" Target="../media/image87.png"/><Relationship Id="rId5" Type="http://schemas.openxmlformats.org/officeDocument/2006/relationships/image" Target="../media/image70.png"/><Relationship Id="rId15" Type="http://schemas.openxmlformats.org/officeDocument/2006/relationships/image" Target="../media/image79.png"/><Relationship Id="rId23" Type="http://schemas.openxmlformats.org/officeDocument/2006/relationships/image" Target="../media/image23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5" Type="http://schemas.openxmlformats.org/officeDocument/2006/relationships/image" Target="../media/image102.png"/><Relationship Id="rId10" Type="http://schemas.openxmlformats.org/officeDocument/2006/relationships/image" Target="../media/image66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7.png"/><Relationship Id="rId18" Type="http://schemas.openxmlformats.org/officeDocument/2006/relationships/image" Target="../media/image98.png"/><Relationship Id="rId26" Type="http://schemas.openxmlformats.org/officeDocument/2006/relationships/image" Target="../media/image126.png"/><Relationship Id="rId3" Type="http://schemas.openxmlformats.org/officeDocument/2006/relationships/image" Target="../media/image108.png"/><Relationship Id="rId21" Type="http://schemas.openxmlformats.org/officeDocument/2006/relationships/image" Target="../media/image122.png"/><Relationship Id="rId7" Type="http://schemas.openxmlformats.org/officeDocument/2006/relationships/image" Target="../media/image112.png"/><Relationship Id="rId12" Type="http://schemas.openxmlformats.org/officeDocument/2006/relationships/image" Target="../media/image85.png"/><Relationship Id="rId17" Type="http://schemas.openxmlformats.org/officeDocument/2006/relationships/image" Target="../media/image99.png"/><Relationship Id="rId25" Type="http://schemas.openxmlformats.org/officeDocument/2006/relationships/image" Target="../media/image20.png"/><Relationship Id="rId2" Type="http://schemas.openxmlformats.org/officeDocument/2006/relationships/image" Target="../media/image107.png"/><Relationship Id="rId16" Type="http://schemas.openxmlformats.org/officeDocument/2006/relationships/image" Target="../media/image22.png"/><Relationship Id="rId20" Type="http://schemas.openxmlformats.org/officeDocument/2006/relationships/image" Target="../media/image121.pn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5.png"/><Relationship Id="rId32" Type="http://schemas.openxmlformats.org/officeDocument/2006/relationships/image" Target="../media/image131.png"/><Relationship Id="rId5" Type="http://schemas.openxmlformats.org/officeDocument/2006/relationships/image" Target="../media/image110.png"/><Relationship Id="rId15" Type="http://schemas.openxmlformats.org/officeDocument/2006/relationships/image" Target="../media/image119.png"/><Relationship Id="rId23" Type="http://schemas.openxmlformats.org/officeDocument/2006/relationships/image" Target="../media/image124.png"/><Relationship Id="rId28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0.png"/><Relationship Id="rId31" Type="http://schemas.openxmlformats.org/officeDocument/2006/relationships/image" Target="../media/image130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8.png"/><Relationship Id="rId22" Type="http://schemas.openxmlformats.org/officeDocument/2006/relationships/image" Target="../media/image123.png"/><Relationship Id="rId27" Type="http://schemas.openxmlformats.org/officeDocument/2006/relationships/image" Target="../media/image127.png"/><Relationship Id="rId30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18" Type="http://schemas.openxmlformats.org/officeDocument/2006/relationships/image" Target="../media/image14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.png"/><Relationship Id="rId2" Type="http://schemas.openxmlformats.org/officeDocument/2006/relationships/image" Target="../media/image132.png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26" Type="http://schemas.openxmlformats.org/officeDocument/2006/relationships/image" Target="../media/image173.png"/><Relationship Id="rId3" Type="http://schemas.openxmlformats.org/officeDocument/2006/relationships/image" Target="../media/image150.png"/><Relationship Id="rId21" Type="http://schemas.openxmlformats.org/officeDocument/2006/relationships/image" Target="../media/image168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3.png"/><Relationship Id="rId20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10" Type="http://schemas.openxmlformats.org/officeDocument/2006/relationships/image" Target="../media/image157.png"/><Relationship Id="rId19" Type="http://schemas.openxmlformats.org/officeDocument/2006/relationships/image" Target="../media/image166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image" Target="../media/image107.png"/><Relationship Id="rId21" Type="http://schemas.openxmlformats.org/officeDocument/2006/relationships/image" Target="../media/image66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86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19" Type="http://schemas.openxmlformats.org/officeDocument/2006/relationships/image" Target="../media/image189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image" Target="../media/image27.png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8.png"/><Relationship Id="rId5" Type="http://schemas.openxmlformats.org/officeDocument/2006/relationships/image" Target="../media/image193.png"/><Relationship Id="rId15" Type="http://schemas.openxmlformats.org/officeDocument/2006/relationships/image" Target="../media/image202.png"/><Relationship Id="rId10" Type="http://schemas.openxmlformats.org/officeDocument/2006/relationships/image" Target="../media/image198.png"/><Relationship Id="rId19" Type="http://schemas.openxmlformats.org/officeDocument/2006/relationships/image" Target="../media/image206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6757F36C-C57E-FB4D-B728-3001D57A5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Gruppe A: Von </a:t>
            </a:r>
            <a:r>
              <a:rPr lang="de-DE" dirty="0" err="1"/>
              <a:t>Predictive</a:t>
            </a:r>
            <a:r>
              <a:rPr lang="de-DE" dirty="0"/>
              <a:t> Maintenance zu Smart Rail </a:t>
            </a:r>
            <a:r>
              <a:rPr lang="de-DE"/>
              <a:t>ServicesServices</a:t>
            </a:r>
            <a:r>
              <a:rPr lang="de-DE" dirty="0"/>
              <a:t> bei </a:t>
            </a:r>
            <a:r>
              <a:rPr lang="de-DE" dirty="0" err="1"/>
              <a:t>railTRACK</a:t>
            </a:r>
            <a:r>
              <a:rPr lang="de-DE" dirty="0"/>
              <a:t> AG</a:t>
            </a: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FB7A4F-FB3D-8242-85AF-F0E784C2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681037"/>
            <a:ext cx="9529823" cy="2921002"/>
          </a:xfrm>
        </p:spPr>
        <p:txBody>
          <a:bodyPr lIns="54000">
            <a:normAutofit/>
          </a:bodyPr>
          <a:lstStyle/>
          <a:p>
            <a:r>
              <a:rPr lang="de-CH" sz="5800" dirty="0"/>
              <a:t>Datengetriebene Unternehmensentwicklung bei </a:t>
            </a:r>
            <a:r>
              <a:rPr lang="de-CH" sz="5800" dirty="0" err="1"/>
              <a:t>railTRACK</a:t>
            </a:r>
            <a:endParaRPr lang="de-CH" sz="58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F351C6-AE00-8C42-85D4-BCB67BB8162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lIns="100800"/>
          <a:lstStyle/>
          <a:p>
            <a:r>
              <a:rPr lang="de-CH" dirty="0"/>
              <a:t>Philippe Bohny, 4. Teil Semesterarbeit, AIBI</a:t>
            </a:r>
          </a:p>
        </p:txBody>
      </p:sp>
    </p:spTree>
    <p:extLst>
      <p:ext uri="{BB962C8B-B14F-4D97-AF65-F5344CB8AC3E}">
        <p14:creationId xmlns:p14="http://schemas.microsoft.com/office/powerpoint/2010/main" val="159292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4254A-7F60-AE89-4187-DED09BE9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8912A1-AB85-9935-C2D1-2CF44DD6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0B97BE-5729-A329-E460-27CE5E17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10FB4CF-57C5-4CBD-AA96-454E1D5C188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4DCA40E-B80B-15A8-FDEC-3A5D08ED2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3220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2DE53-4E71-F677-0BFF-AD303471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Vision &amp; Initiative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CE8651-342B-A3BB-DF4A-C7AE5799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14A5F1F-F80E-FCBB-3478-7CE051D5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A6976A9-DCDF-E3D6-8AE0-068C7756528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56" name="Image 2" descr="preencoded.png">
            <a:extLst>
              <a:ext uri="{FF2B5EF4-FFF2-40B4-BE49-F238E27FC236}">
                <a16:creationId xmlns:a16="http://schemas.microsoft.com/office/drawing/2014/main" id="{B2AB6946-E27E-D611-9586-DB5FCABA2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88" y="1581155"/>
            <a:ext cx="171450" cy="228600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E515F0A3-D96E-422B-DEBC-082E439B4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88" y="2019305"/>
            <a:ext cx="5410200" cy="1943100"/>
          </a:xfrm>
          <a:prstGeom prst="rect">
            <a:avLst/>
          </a:prstGeom>
        </p:spPr>
      </p:pic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4F1EBC27-A673-5EBE-7575-9405276DB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88" y="4191005"/>
            <a:ext cx="5410200" cy="1790700"/>
          </a:xfrm>
          <a:prstGeom prst="rect">
            <a:avLst/>
          </a:prstGeom>
        </p:spPr>
      </p:pic>
      <p:pic>
        <p:nvPicPr>
          <p:cNvPr id="59" name="Image 5" descr="preencoded.png">
            <a:extLst>
              <a:ext uri="{FF2B5EF4-FFF2-40B4-BE49-F238E27FC236}">
                <a16:creationId xmlns:a16="http://schemas.microsoft.com/office/drawing/2014/main" id="{71A92943-7C58-A136-D61C-205091638A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688" y="4295780"/>
            <a:ext cx="190500" cy="190500"/>
          </a:xfrm>
          <a:prstGeom prst="rect">
            <a:avLst/>
          </a:prstGeom>
        </p:spPr>
      </p:pic>
      <p:pic>
        <p:nvPicPr>
          <p:cNvPr id="60" name="Image 7" descr="preencoded.png">
            <a:extLst>
              <a:ext uri="{FF2B5EF4-FFF2-40B4-BE49-F238E27FC236}">
                <a16:creationId xmlns:a16="http://schemas.microsoft.com/office/drawing/2014/main" id="{7B466A79-DF3F-5DD2-E088-B8AE788CF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7688" y="1819280"/>
            <a:ext cx="190500" cy="190500"/>
          </a:xfrm>
          <a:prstGeom prst="rect">
            <a:avLst/>
          </a:prstGeom>
        </p:spPr>
      </p:pic>
      <p:pic>
        <p:nvPicPr>
          <p:cNvPr id="61" name="Image 8" descr="preencoded.png">
            <a:extLst>
              <a:ext uri="{FF2B5EF4-FFF2-40B4-BE49-F238E27FC236}">
                <a16:creationId xmlns:a16="http://schemas.microsoft.com/office/drawing/2014/main" id="{028ED4CD-3D50-035B-1D9B-1B8EA07071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8513" y="2209805"/>
            <a:ext cx="762000" cy="762000"/>
          </a:xfrm>
          <a:prstGeom prst="rect">
            <a:avLst/>
          </a:prstGeom>
        </p:spPr>
      </p:pic>
      <p:pic>
        <p:nvPicPr>
          <p:cNvPr id="62" name="Image 9" descr="preencoded.png">
            <a:extLst>
              <a:ext uri="{FF2B5EF4-FFF2-40B4-BE49-F238E27FC236}">
                <a16:creationId xmlns:a16="http://schemas.microsoft.com/office/drawing/2014/main" id="{7C778DC7-5C2C-469C-A54A-10A6949863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113" y="2400305"/>
            <a:ext cx="304800" cy="381000"/>
          </a:xfrm>
          <a:prstGeom prst="rect">
            <a:avLst/>
          </a:prstGeom>
        </p:spPr>
      </p:pic>
      <p:pic>
        <p:nvPicPr>
          <p:cNvPr id="63" name="Image 10" descr="preencoded.png">
            <a:extLst>
              <a:ext uri="{FF2B5EF4-FFF2-40B4-BE49-F238E27FC236}">
                <a16:creationId xmlns:a16="http://schemas.microsoft.com/office/drawing/2014/main" id="{F70A9536-3BC9-DC67-C462-7BF3AE3209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1488" y="2724155"/>
            <a:ext cx="825401" cy="38100"/>
          </a:xfrm>
          <a:prstGeom prst="rect">
            <a:avLst/>
          </a:prstGeom>
        </p:spPr>
      </p:pic>
      <p:pic>
        <p:nvPicPr>
          <p:cNvPr id="64" name="Image 11" descr="preencoded.png">
            <a:extLst>
              <a:ext uri="{FF2B5EF4-FFF2-40B4-BE49-F238E27FC236}">
                <a16:creationId xmlns:a16="http://schemas.microsoft.com/office/drawing/2014/main" id="{5445C8FE-3CBB-9449-C28A-22F38DF2DC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7863" y="2209805"/>
            <a:ext cx="762000" cy="762000"/>
          </a:xfrm>
          <a:prstGeom prst="rect">
            <a:avLst/>
          </a:prstGeom>
        </p:spPr>
      </p:pic>
      <p:pic>
        <p:nvPicPr>
          <p:cNvPr id="65" name="Image 12" descr="preencoded.png">
            <a:extLst>
              <a:ext uri="{FF2B5EF4-FFF2-40B4-BE49-F238E27FC236}">
                <a16:creationId xmlns:a16="http://schemas.microsoft.com/office/drawing/2014/main" id="{F2475960-02CB-AEAC-342F-F0483237C5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7413" y="2400305"/>
            <a:ext cx="342900" cy="381000"/>
          </a:xfrm>
          <a:prstGeom prst="rect">
            <a:avLst/>
          </a:prstGeom>
        </p:spPr>
      </p:pic>
      <p:pic>
        <p:nvPicPr>
          <p:cNvPr id="66" name="Image 13" descr="preencoded.png">
            <a:extLst>
              <a:ext uri="{FF2B5EF4-FFF2-40B4-BE49-F238E27FC236}">
                <a16:creationId xmlns:a16="http://schemas.microsoft.com/office/drawing/2014/main" id="{92237629-C8CB-D83A-8D71-61AF52901E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7688" y="4371980"/>
            <a:ext cx="219075" cy="190500"/>
          </a:xfrm>
          <a:prstGeom prst="rect">
            <a:avLst/>
          </a:prstGeom>
        </p:spPr>
      </p:pic>
      <p:pic>
        <p:nvPicPr>
          <p:cNvPr id="67" name="Image 14" descr="preencoded.png">
            <a:extLst>
              <a:ext uri="{FF2B5EF4-FFF2-40B4-BE49-F238E27FC236}">
                <a16:creationId xmlns:a16="http://schemas.microsoft.com/office/drawing/2014/main" id="{8F05C65E-829F-42A5-8B79-A5304C885E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7688" y="4762505"/>
            <a:ext cx="2400300" cy="685800"/>
          </a:xfrm>
          <a:prstGeom prst="rect">
            <a:avLst/>
          </a:prstGeom>
        </p:spPr>
      </p:pic>
      <p:pic>
        <p:nvPicPr>
          <p:cNvPr id="68" name="Image 15" descr="preencoded.png">
            <a:extLst>
              <a:ext uri="{FF2B5EF4-FFF2-40B4-BE49-F238E27FC236}">
                <a16:creationId xmlns:a16="http://schemas.microsoft.com/office/drawing/2014/main" id="{90205626-E722-9A05-E10D-CA08DD183A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1988" y="4914905"/>
            <a:ext cx="133350" cy="152400"/>
          </a:xfrm>
          <a:prstGeom prst="rect">
            <a:avLst/>
          </a:prstGeom>
        </p:spPr>
      </p:pic>
      <p:pic>
        <p:nvPicPr>
          <p:cNvPr id="69" name="Image 16" descr="preencoded.png">
            <a:extLst>
              <a:ext uri="{FF2B5EF4-FFF2-40B4-BE49-F238E27FC236}">
                <a16:creationId xmlns:a16="http://schemas.microsoft.com/office/drawing/2014/main" id="{8EA30562-4BC8-497F-2428-D1FE97CB14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0388" y="4762505"/>
            <a:ext cx="2400300" cy="685800"/>
          </a:xfrm>
          <a:prstGeom prst="rect">
            <a:avLst/>
          </a:prstGeom>
        </p:spPr>
      </p:pic>
      <p:pic>
        <p:nvPicPr>
          <p:cNvPr id="70" name="Image 17" descr="preencoded.png">
            <a:extLst>
              <a:ext uri="{FF2B5EF4-FFF2-40B4-BE49-F238E27FC236}">
                <a16:creationId xmlns:a16="http://schemas.microsoft.com/office/drawing/2014/main" id="{AC0BD3C3-2A26-4D87-4A45-BA0BAD87FE3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688" y="4914905"/>
            <a:ext cx="152400" cy="152400"/>
          </a:xfrm>
          <a:prstGeom prst="rect">
            <a:avLst/>
          </a:prstGeom>
        </p:spPr>
      </p:pic>
      <p:pic>
        <p:nvPicPr>
          <p:cNvPr id="71" name="Image 18" descr="preencoded.png">
            <a:extLst>
              <a:ext uri="{FF2B5EF4-FFF2-40B4-BE49-F238E27FC236}">
                <a16:creationId xmlns:a16="http://schemas.microsoft.com/office/drawing/2014/main" id="{F7E4E34F-EEB6-7A52-B89C-79D773672A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7688" y="5600705"/>
            <a:ext cx="2400300" cy="685800"/>
          </a:xfrm>
          <a:prstGeom prst="rect">
            <a:avLst/>
          </a:prstGeom>
        </p:spPr>
      </p:pic>
      <p:pic>
        <p:nvPicPr>
          <p:cNvPr id="72" name="Image 19" descr="preencoded.png">
            <a:extLst>
              <a:ext uri="{FF2B5EF4-FFF2-40B4-BE49-F238E27FC236}">
                <a16:creationId xmlns:a16="http://schemas.microsoft.com/office/drawing/2014/main" id="{42C5A8A1-B410-1BDB-C12A-87BECA15CE2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61988" y="5753105"/>
            <a:ext cx="152400" cy="152400"/>
          </a:xfrm>
          <a:prstGeom prst="rect">
            <a:avLst/>
          </a:prstGeom>
        </p:spPr>
      </p:pic>
      <p:pic>
        <p:nvPicPr>
          <p:cNvPr id="73" name="Image 20" descr="preencoded.png">
            <a:extLst>
              <a:ext uri="{FF2B5EF4-FFF2-40B4-BE49-F238E27FC236}">
                <a16:creationId xmlns:a16="http://schemas.microsoft.com/office/drawing/2014/main" id="{97C75165-F6C3-6BC5-2121-450EE80461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0388" y="5600705"/>
            <a:ext cx="2400300" cy="685800"/>
          </a:xfrm>
          <a:prstGeom prst="rect">
            <a:avLst/>
          </a:prstGeom>
        </p:spPr>
      </p:pic>
      <p:pic>
        <p:nvPicPr>
          <p:cNvPr id="74" name="Image 21" descr="preencoded.png">
            <a:extLst>
              <a:ext uri="{FF2B5EF4-FFF2-40B4-BE49-F238E27FC236}">
                <a16:creationId xmlns:a16="http://schemas.microsoft.com/office/drawing/2014/main" id="{35224BEC-FB05-1835-42CE-D0EB65CB2C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14688" y="5753105"/>
            <a:ext cx="152400" cy="152400"/>
          </a:xfrm>
          <a:prstGeom prst="rect">
            <a:avLst/>
          </a:prstGeom>
        </p:spPr>
      </p:pic>
      <p:sp>
        <p:nvSpPr>
          <p:cNvPr id="75" name="Text 1">
            <a:extLst>
              <a:ext uri="{FF2B5EF4-FFF2-40B4-BE49-F238E27FC236}">
                <a16:creationId xmlns:a16="http://schemas.microsoft.com/office/drawing/2014/main" id="{D465CFEF-4461-D7E3-6884-3B077A554695}"/>
              </a:ext>
            </a:extLst>
          </p:cNvPr>
          <p:cNvSpPr/>
          <p:nvPr/>
        </p:nvSpPr>
        <p:spPr>
          <a:xfrm>
            <a:off x="1046938" y="1562105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800" dirty="0"/>
          </a:p>
        </p:txBody>
      </p:sp>
      <p:sp>
        <p:nvSpPr>
          <p:cNvPr id="76" name="Text 2">
            <a:extLst>
              <a:ext uri="{FF2B5EF4-FFF2-40B4-BE49-F238E27FC236}">
                <a16:creationId xmlns:a16="http://schemas.microsoft.com/office/drawing/2014/main" id="{9CDC9DFC-EF7C-578D-44AC-37DFDCE331E6}"/>
              </a:ext>
            </a:extLst>
          </p:cNvPr>
          <p:cNvSpPr/>
          <p:nvPr/>
        </p:nvSpPr>
        <p:spPr>
          <a:xfrm>
            <a:off x="1027888" y="2247905"/>
            <a:ext cx="495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railTRACK transformiert sich proaktiv vom traditionellen Zughersteller zum </a:t>
            </a: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Mobility-Intelligence-Provider</a:t>
            </a: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7" name="Text 3">
            <a:extLst>
              <a:ext uri="{FF2B5EF4-FFF2-40B4-BE49-F238E27FC236}">
                <a16:creationId xmlns:a16="http://schemas.microsoft.com/office/drawing/2014/main" id="{848AF064-7A1C-7E05-D84E-8F8335A59A2C}"/>
              </a:ext>
            </a:extLst>
          </p:cNvPr>
          <p:cNvSpPr/>
          <p:nvPr/>
        </p:nvSpPr>
        <p:spPr>
          <a:xfrm>
            <a:off x="1027888" y="2933705"/>
            <a:ext cx="4953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neue Fabrik in Detroit ist der Kern dieser Transformation, ein Vorreiter für digitale Technologien in der Schienenfahrzeugindustrie.</a:t>
            </a:r>
            <a:endParaRPr lang="en-US" sz="1350" dirty="0"/>
          </a:p>
        </p:txBody>
      </p:sp>
      <p:sp>
        <p:nvSpPr>
          <p:cNvPr id="78" name="Text 4">
            <a:extLst>
              <a:ext uri="{FF2B5EF4-FFF2-40B4-BE49-F238E27FC236}">
                <a16:creationId xmlns:a16="http://schemas.microsoft.com/office/drawing/2014/main" id="{DE23B28A-4CBC-A837-A5C1-9FD1FB3528F4}"/>
              </a:ext>
            </a:extLst>
          </p:cNvPr>
          <p:cNvSpPr/>
          <p:nvPr/>
        </p:nvSpPr>
        <p:spPr>
          <a:xfrm>
            <a:off x="1218388" y="4267205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Initiative</a:t>
            </a:r>
            <a:endParaRPr lang="en-US" sz="1500" dirty="0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AB6CE1BC-AC81-2D56-4694-AD7C82392C0A}"/>
              </a:ext>
            </a:extLst>
          </p:cNvPr>
          <p:cNvSpPr/>
          <p:nvPr/>
        </p:nvSpPr>
        <p:spPr>
          <a:xfrm>
            <a:off x="989788" y="4610105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nach Detroit, USA</a:t>
            </a:r>
            <a:endParaRPr lang="en-US" sz="1350" dirty="0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F5308D8E-E27F-39F7-00C6-827CEE2AC917}"/>
              </a:ext>
            </a:extLst>
          </p:cNvPr>
          <p:cNvSpPr/>
          <p:nvPr/>
        </p:nvSpPr>
        <p:spPr>
          <a:xfrm>
            <a:off x="989788" y="4953005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 einer Smart Factory nach Industrie 4.0-Prinzipien</a:t>
            </a:r>
            <a:endParaRPr lang="en-US" sz="1350" dirty="0"/>
          </a:p>
        </p:txBody>
      </p:sp>
      <p:sp>
        <p:nvSpPr>
          <p:cNvPr id="81" name="Text 7">
            <a:extLst>
              <a:ext uri="{FF2B5EF4-FFF2-40B4-BE49-F238E27FC236}">
                <a16:creationId xmlns:a16="http://schemas.microsoft.com/office/drawing/2014/main" id="{5316EB3B-70A3-3620-E6CE-0FB2C38291BF}"/>
              </a:ext>
            </a:extLst>
          </p:cNvPr>
          <p:cNvSpPr/>
          <p:nvPr/>
        </p:nvSpPr>
        <p:spPr>
          <a:xfrm>
            <a:off x="989788" y="5295905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Digitalisierung der Produktion und Wartung</a:t>
            </a:r>
            <a:endParaRPr lang="en-US" sz="1350" dirty="0"/>
          </a:p>
        </p:txBody>
      </p:sp>
      <p:sp>
        <p:nvSpPr>
          <p:cNvPr id="82" name="Text 8">
            <a:extLst>
              <a:ext uri="{FF2B5EF4-FFF2-40B4-BE49-F238E27FC236}">
                <a16:creationId xmlns:a16="http://schemas.microsoft.com/office/drawing/2014/main" id="{9E0F0CEF-5EC2-4512-3F42-EB7B4713AFAE}"/>
              </a:ext>
            </a:extLst>
          </p:cNvPr>
          <p:cNvSpPr/>
          <p:nvPr/>
        </p:nvSpPr>
        <p:spPr>
          <a:xfrm>
            <a:off x="989788" y="5638805"/>
            <a:ext cx="6263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Implementierung von Predictive Maintenance</a:t>
            </a:r>
            <a:endParaRPr lang="en-US" sz="1350" dirty="0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74D76561-962C-FCEC-41D5-3BE95332494C}"/>
              </a:ext>
            </a:extLst>
          </p:cNvPr>
          <p:cNvSpPr/>
          <p:nvPr/>
        </p:nvSpPr>
        <p:spPr>
          <a:xfrm>
            <a:off x="6841323" y="3048005"/>
            <a:ext cx="24763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Traditioneller Zughersteller</a:t>
            </a:r>
            <a:endParaRPr lang="en-US" sz="1200" dirty="0"/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631FE169-01A9-BEA7-1A6C-3043832070FC}"/>
              </a:ext>
            </a:extLst>
          </p:cNvPr>
          <p:cNvSpPr/>
          <p:nvPr/>
        </p:nvSpPr>
        <p:spPr>
          <a:xfrm>
            <a:off x="9730672" y="3048005"/>
            <a:ext cx="24763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Mobility-Intelligence-Provider</a:t>
            </a:r>
            <a:endParaRPr lang="en-US" sz="12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2E8AE454-D358-498B-1278-645A4DEFF4C9}"/>
              </a:ext>
            </a:extLst>
          </p:cNvPr>
          <p:cNvSpPr/>
          <p:nvPr/>
        </p:nvSpPr>
        <p:spPr>
          <a:xfrm>
            <a:off x="7409638" y="4876805"/>
            <a:ext cx="19240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Datengestützte Wertschöpfung</a:t>
            </a:r>
            <a:endParaRPr lang="en-US" sz="1200" dirty="0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2740F7C5-B964-D166-6C61-A906FCE81D76}"/>
              </a:ext>
            </a:extLst>
          </p:cNvPr>
          <p:cNvSpPr/>
          <p:nvPr/>
        </p:nvSpPr>
        <p:spPr>
          <a:xfrm>
            <a:off x="9981388" y="4876805"/>
            <a:ext cx="1905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Nachhaltigkeitsziele erreichen</a:t>
            </a:r>
            <a:endParaRPr lang="en-US" sz="1200" dirty="0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E40C3F91-ACD4-3F48-4275-13E38666CF58}"/>
              </a:ext>
            </a:extLst>
          </p:cNvPr>
          <p:cNvSpPr/>
          <p:nvPr/>
        </p:nvSpPr>
        <p:spPr>
          <a:xfrm>
            <a:off x="7428688" y="5715005"/>
            <a:ext cx="2284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Erlösmodelle schaffen</a:t>
            </a:r>
            <a:endParaRPr lang="en-US" sz="1200" dirty="0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BEA9A3F0-86AE-F835-AC99-E791C46D986D}"/>
              </a:ext>
            </a:extLst>
          </p:cNvPr>
          <p:cNvSpPr/>
          <p:nvPr/>
        </p:nvSpPr>
        <p:spPr>
          <a:xfrm>
            <a:off x="9981388" y="5715005"/>
            <a:ext cx="1905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Risikobewältigung</a:t>
            </a:r>
            <a:endParaRPr lang="en-US" sz="1200" dirty="0"/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6E88C47A-59CD-B9FD-9A27-7C89ADB15084}"/>
              </a:ext>
            </a:extLst>
          </p:cNvPr>
          <p:cNvSpPr/>
          <p:nvPr/>
        </p:nvSpPr>
        <p:spPr>
          <a:xfrm>
            <a:off x="7390588" y="4339799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Vorteile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5405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DB845-6B2A-1B4D-E939-E0A7E322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Herausforderung – Die Notwendigkeit zum proaktiven Handeln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B1CE4A-1483-62C8-53F5-CF652643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F54426-5A74-D820-6A26-D03A2562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6A5DF59-A424-1C11-1BD0-414C4D236C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241DB0E7-9E08-EF8D-FB1C-96CF5E9BB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2" y="1242711"/>
            <a:ext cx="4667250" cy="3352800"/>
          </a:xfrm>
          <a:prstGeom prst="rect">
            <a:avLst/>
          </a:prstGeom>
        </p:spPr>
      </p:pic>
      <p:pic>
        <p:nvPicPr>
          <p:cNvPr id="51" name="Image 3" descr="preencoded.png">
            <a:extLst>
              <a:ext uri="{FF2B5EF4-FFF2-40B4-BE49-F238E27FC236}">
                <a16:creationId xmlns:a16="http://schemas.microsoft.com/office/drawing/2014/main" id="{0D170E04-B1C2-E39F-9602-A9592B486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82" y="1452261"/>
            <a:ext cx="257175" cy="228600"/>
          </a:xfrm>
          <a:prstGeom prst="rect">
            <a:avLst/>
          </a:prstGeom>
        </p:spPr>
      </p:pic>
      <p:pic>
        <p:nvPicPr>
          <p:cNvPr id="53" name="Image 5" descr="preencoded.png">
            <a:extLst>
              <a:ext uri="{FF2B5EF4-FFF2-40B4-BE49-F238E27FC236}">
                <a16:creationId xmlns:a16="http://schemas.microsoft.com/office/drawing/2014/main" id="{DDC8EE6D-330C-EA92-F697-89F25A464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2" y="4583354"/>
            <a:ext cx="4667250" cy="1676400"/>
          </a:xfrm>
          <a:prstGeom prst="rect">
            <a:avLst/>
          </a:prstGeom>
        </p:spPr>
      </p:pic>
      <p:pic>
        <p:nvPicPr>
          <p:cNvPr id="54" name="Image 6" descr="preencoded.png">
            <a:extLst>
              <a:ext uri="{FF2B5EF4-FFF2-40B4-BE49-F238E27FC236}">
                <a16:creationId xmlns:a16="http://schemas.microsoft.com/office/drawing/2014/main" id="{0A249AAB-FD62-063A-1CA5-89CE6ECB7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782" y="4957461"/>
            <a:ext cx="228600" cy="228600"/>
          </a:xfrm>
          <a:prstGeom prst="rect">
            <a:avLst/>
          </a:prstGeom>
        </p:spPr>
      </p:pic>
      <p:pic>
        <p:nvPicPr>
          <p:cNvPr id="55" name="Image 7" descr="preencoded.png">
            <a:extLst>
              <a:ext uri="{FF2B5EF4-FFF2-40B4-BE49-F238E27FC236}">
                <a16:creationId xmlns:a16="http://schemas.microsoft.com/office/drawing/2014/main" id="{88AB4DF1-CB68-552A-D567-E25410D9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82" y="5395611"/>
            <a:ext cx="171450" cy="171450"/>
          </a:xfrm>
          <a:prstGeom prst="rect">
            <a:avLst/>
          </a:prstGeom>
        </p:spPr>
      </p:pic>
      <p:pic>
        <p:nvPicPr>
          <p:cNvPr id="56" name="Image 8" descr="preencoded.png">
            <a:extLst>
              <a:ext uri="{FF2B5EF4-FFF2-40B4-BE49-F238E27FC236}">
                <a16:creationId xmlns:a16="http://schemas.microsoft.com/office/drawing/2014/main" id="{51E5B1B2-25BF-156E-61BC-E14A37A982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82" y="5700411"/>
            <a:ext cx="171450" cy="171450"/>
          </a:xfrm>
          <a:prstGeom prst="rect">
            <a:avLst/>
          </a:prstGeom>
        </p:spPr>
      </p:pic>
      <p:pic>
        <p:nvPicPr>
          <p:cNvPr id="57" name="Image 9" descr="preencoded.png">
            <a:extLst>
              <a:ext uri="{FF2B5EF4-FFF2-40B4-BE49-F238E27FC236}">
                <a16:creationId xmlns:a16="http://schemas.microsoft.com/office/drawing/2014/main" id="{BBB93B09-0178-3784-5710-8EBC24C249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82" y="6005211"/>
            <a:ext cx="171450" cy="171450"/>
          </a:xfrm>
          <a:prstGeom prst="rect">
            <a:avLst/>
          </a:prstGeom>
        </p:spPr>
      </p:pic>
      <p:pic>
        <p:nvPicPr>
          <p:cNvPr id="58" name="Image 10" descr="preencoded.png">
            <a:extLst>
              <a:ext uri="{FF2B5EF4-FFF2-40B4-BE49-F238E27FC236}">
                <a16:creationId xmlns:a16="http://schemas.microsoft.com/office/drawing/2014/main" id="{F311D851-FAC2-6697-35DC-82C079E24A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1132" y="1500754"/>
            <a:ext cx="200025" cy="228600"/>
          </a:xfrm>
          <a:prstGeom prst="rect">
            <a:avLst/>
          </a:prstGeom>
        </p:spPr>
      </p:pic>
      <p:pic>
        <p:nvPicPr>
          <p:cNvPr id="59" name="Image 11" descr="preencoded.png">
            <a:extLst>
              <a:ext uri="{FF2B5EF4-FFF2-40B4-BE49-F238E27FC236}">
                <a16:creationId xmlns:a16="http://schemas.microsoft.com/office/drawing/2014/main" id="{4D3885E9-FAE2-1597-9BEE-F056439253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132" y="1900804"/>
            <a:ext cx="3209925" cy="952500"/>
          </a:xfrm>
          <a:prstGeom prst="rect">
            <a:avLst/>
          </a:prstGeom>
        </p:spPr>
      </p:pic>
      <p:pic>
        <p:nvPicPr>
          <p:cNvPr id="60" name="Image 12" descr="preencoded.png">
            <a:extLst>
              <a:ext uri="{FF2B5EF4-FFF2-40B4-BE49-F238E27FC236}">
                <a16:creationId xmlns:a16="http://schemas.microsoft.com/office/drawing/2014/main" id="{70C9469A-B79B-03ED-F3BE-C08D31D2AC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5432" y="2015104"/>
            <a:ext cx="304800" cy="304800"/>
          </a:xfrm>
          <a:prstGeom prst="rect">
            <a:avLst/>
          </a:prstGeom>
        </p:spPr>
      </p:pic>
      <p:pic>
        <p:nvPicPr>
          <p:cNvPr id="61" name="Image 13" descr="preencoded.png">
            <a:extLst>
              <a:ext uri="{FF2B5EF4-FFF2-40B4-BE49-F238E27FC236}">
                <a16:creationId xmlns:a16="http://schemas.microsoft.com/office/drawing/2014/main" id="{063864BC-C8F5-278D-D1F2-076F61FEDF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2107" y="2091304"/>
            <a:ext cx="171450" cy="152400"/>
          </a:xfrm>
          <a:prstGeom prst="rect">
            <a:avLst/>
          </a:prstGeom>
        </p:spPr>
      </p:pic>
      <p:pic>
        <p:nvPicPr>
          <p:cNvPr id="62" name="Image 14" descr="preencoded.png">
            <a:extLst>
              <a:ext uri="{FF2B5EF4-FFF2-40B4-BE49-F238E27FC236}">
                <a16:creationId xmlns:a16="http://schemas.microsoft.com/office/drawing/2014/main" id="{4C51B343-DF7B-7454-154F-AE532AA82C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5357" y="1900804"/>
            <a:ext cx="3209925" cy="952500"/>
          </a:xfrm>
          <a:prstGeom prst="rect">
            <a:avLst/>
          </a:prstGeom>
        </p:spPr>
      </p:pic>
      <p:pic>
        <p:nvPicPr>
          <p:cNvPr id="63" name="Image 15" descr="preencoded.png">
            <a:extLst>
              <a:ext uri="{FF2B5EF4-FFF2-40B4-BE49-F238E27FC236}">
                <a16:creationId xmlns:a16="http://schemas.microsoft.com/office/drawing/2014/main" id="{DA6CAB45-DE0A-D4AD-283B-0F371A01F7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9657" y="2015104"/>
            <a:ext cx="304800" cy="304800"/>
          </a:xfrm>
          <a:prstGeom prst="rect">
            <a:avLst/>
          </a:prstGeom>
        </p:spPr>
      </p:pic>
      <p:pic>
        <p:nvPicPr>
          <p:cNvPr id="64" name="Image 16" descr="preencoded.png">
            <a:extLst>
              <a:ext uri="{FF2B5EF4-FFF2-40B4-BE49-F238E27FC236}">
                <a16:creationId xmlns:a16="http://schemas.microsoft.com/office/drawing/2014/main" id="{CA175A38-332B-EC6E-92ED-EF38A5B9AD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5857" y="2091304"/>
            <a:ext cx="152400" cy="152400"/>
          </a:xfrm>
          <a:prstGeom prst="rect">
            <a:avLst/>
          </a:prstGeom>
        </p:spPr>
      </p:pic>
      <p:pic>
        <p:nvPicPr>
          <p:cNvPr id="65" name="Image 17" descr="preencoded.png">
            <a:extLst>
              <a:ext uri="{FF2B5EF4-FFF2-40B4-BE49-F238E27FC236}">
                <a16:creationId xmlns:a16="http://schemas.microsoft.com/office/drawing/2014/main" id="{7050D676-8366-76FF-D9AF-E09D692EE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132" y="3043804"/>
            <a:ext cx="3209925" cy="952500"/>
          </a:xfrm>
          <a:prstGeom prst="rect">
            <a:avLst/>
          </a:prstGeom>
        </p:spPr>
      </p:pic>
      <p:pic>
        <p:nvPicPr>
          <p:cNvPr id="66" name="Image 18" descr="preencoded.png">
            <a:extLst>
              <a:ext uri="{FF2B5EF4-FFF2-40B4-BE49-F238E27FC236}">
                <a16:creationId xmlns:a16="http://schemas.microsoft.com/office/drawing/2014/main" id="{336F9B7A-D231-2AFF-5087-F11894ED19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95432" y="3158104"/>
            <a:ext cx="304800" cy="304800"/>
          </a:xfrm>
          <a:prstGeom prst="rect">
            <a:avLst/>
          </a:prstGeom>
        </p:spPr>
      </p:pic>
      <p:pic>
        <p:nvPicPr>
          <p:cNvPr id="67" name="Image 19" descr="preencoded.png">
            <a:extLst>
              <a:ext uri="{FF2B5EF4-FFF2-40B4-BE49-F238E27FC236}">
                <a16:creationId xmlns:a16="http://schemas.microsoft.com/office/drawing/2014/main" id="{54C21D15-2C1C-DE23-9926-6073159951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2582" y="3234304"/>
            <a:ext cx="190500" cy="152400"/>
          </a:xfrm>
          <a:prstGeom prst="rect">
            <a:avLst/>
          </a:prstGeom>
        </p:spPr>
      </p:pic>
      <p:pic>
        <p:nvPicPr>
          <p:cNvPr id="68" name="Image 20" descr="preencoded.png">
            <a:extLst>
              <a:ext uri="{FF2B5EF4-FFF2-40B4-BE49-F238E27FC236}">
                <a16:creationId xmlns:a16="http://schemas.microsoft.com/office/drawing/2014/main" id="{2DB6ADFD-1869-ADBF-0B01-1056BB58BD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5357" y="3043804"/>
            <a:ext cx="3209925" cy="952500"/>
          </a:xfrm>
          <a:prstGeom prst="rect">
            <a:avLst/>
          </a:prstGeom>
        </p:spPr>
      </p:pic>
      <p:pic>
        <p:nvPicPr>
          <p:cNvPr id="69" name="Image 21" descr="preencoded.png">
            <a:extLst>
              <a:ext uri="{FF2B5EF4-FFF2-40B4-BE49-F238E27FC236}">
                <a16:creationId xmlns:a16="http://schemas.microsoft.com/office/drawing/2014/main" id="{98DAFBF7-B065-A9CE-BA0D-44BF327086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9657" y="3158104"/>
            <a:ext cx="304800" cy="304800"/>
          </a:xfrm>
          <a:prstGeom prst="rect">
            <a:avLst/>
          </a:prstGeom>
        </p:spPr>
      </p:pic>
      <p:pic>
        <p:nvPicPr>
          <p:cNvPr id="70" name="Image 22" descr="preencoded.png">
            <a:extLst>
              <a:ext uri="{FF2B5EF4-FFF2-40B4-BE49-F238E27FC236}">
                <a16:creationId xmlns:a16="http://schemas.microsoft.com/office/drawing/2014/main" id="{800B73EC-1AC9-1D24-DD0D-062AC58E0CF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6807" y="3234304"/>
            <a:ext cx="190500" cy="152400"/>
          </a:xfrm>
          <a:prstGeom prst="rect">
            <a:avLst/>
          </a:prstGeom>
        </p:spPr>
      </p:pic>
      <p:pic>
        <p:nvPicPr>
          <p:cNvPr id="71" name="Image 23" descr="preencoded.png">
            <a:extLst>
              <a:ext uri="{FF2B5EF4-FFF2-40B4-BE49-F238E27FC236}">
                <a16:creationId xmlns:a16="http://schemas.microsoft.com/office/drawing/2014/main" id="{FBC78111-EF30-4BED-3EEF-C6BD3F0557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1132" y="4224904"/>
            <a:ext cx="6534150" cy="1181100"/>
          </a:xfrm>
          <a:prstGeom prst="rect">
            <a:avLst/>
          </a:prstGeom>
        </p:spPr>
      </p:pic>
      <p:pic>
        <p:nvPicPr>
          <p:cNvPr id="72" name="Image 24" descr="preencoded.png">
            <a:extLst>
              <a:ext uri="{FF2B5EF4-FFF2-40B4-BE49-F238E27FC236}">
                <a16:creationId xmlns:a16="http://schemas.microsoft.com/office/drawing/2014/main" id="{CB083BAC-E6EE-1AB0-FDDE-A02B1E75045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33532" y="4405879"/>
            <a:ext cx="190500" cy="190500"/>
          </a:xfrm>
          <a:prstGeom prst="rect">
            <a:avLst/>
          </a:prstGeom>
        </p:spPr>
      </p:pic>
      <p:pic>
        <p:nvPicPr>
          <p:cNvPr id="73" name="Image 25" descr="preencoded.png">
            <a:extLst>
              <a:ext uri="{FF2B5EF4-FFF2-40B4-BE49-F238E27FC236}">
                <a16:creationId xmlns:a16="http://schemas.microsoft.com/office/drawing/2014/main" id="{B77E26B5-7B72-B210-53F2-DBF1F217F50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33532" y="4720204"/>
            <a:ext cx="2000250" cy="533400"/>
          </a:xfrm>
          <a:prstGeom prst="rect">
            <a:avLst/>
          </a:prstGeom>
        </p:spPr>
      </p:pic>
      <p:pic>
        <p:nvPicPr>
          <p:cNvPr id="74" name="Image 26" descr="preencoded.png">
            <a:extLst>
              <a:ext uri="{FF2B5EF4-FFF2-40B4-BE49-F238E27FC236}">
                <a16:creationId xmlns:a16="http://schemas.microsoft.com/office/drawing/2014/main" id="{8726273C-023F-3CB1-961F-84A064292F4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09732" y="4910704"/>
            <a:ext cx="190500" cy="152400"/>
          </a:xfrm>
          <a:prstGeom prst="rect">
            <a:avLst/>
          </a:prstGeom>
        </p:spPr>
      </p:pic>
      <p:pic>
        <p:nvPicPr>
          <p:cNvPr id="75" name="Image 27" descr="preencoded.png">
            <a:extLst>
              <a:ext uri="{FF2B5EF4-FFF2-40B4-BE49-F238E27FC236}">
                <a16:creationId xmlns:a16="http://schemas.microsoft.com/office/drawing/2014/main" id="{97EAF32F-F653-E641-74C8-9C651BFD6A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48082" y="4720204"/>
            <a:ext cx="2000250" cy="533400"/>
          </a:xfrm>
          <a:prstGeom prst="rect">
            <a:avLst/>
          </a:prstGeom>
        </p:spPr>
      </p:pic>
      <p:pic>
        <p:nvPicPr>
          <p:cNvPr id="76" name="Image 28" descr="preencoded.png">
            <a:extLst>
              <a:ext uri="{FF2B5EF4-FFF2-40B4-BE49-F238E27FC236}">
                <a16:creationId xmlns:a16="http://schemas.microsoft.com/office/drawing/2014/main" id="{DA4A3132-8367-5E75-E193-BB890A9009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4282" y="4910704"/>
            <a:ext cx="152400" cy="152400"/>
          </a:xfrm>
          <a:prstGeom prst="rect">
            <a:avLst/>
          </a:prstGeom>
        </p:spPr>
      </p:pic>
      <p:pic>
        <p:nvPicPr>
          <p:cNvPr id="77" name="Image 29" descr="preencoded.png">
            <a:extLst>
              <a:ext uri="{FF2B5EF4-FFF2-40B4-BE49-F238E27FC236}">
                <a16:creationId xmlns:a16="http://schemas.microsoft.com/office/drawing/2014/main" id="{DD933720-F237-0DA1-64B3-85C640182D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62632" y="4720204"/>
            <a:ext cx="2000250" cy="533400"/>
          </a:xfrm>
          <a:prstGeom prst="rect">
            <a:avLst/>
          </a:prstGeom>
        </p:spPr>
      </p:pic>
      <p:pic>
        <p:nvPicPr>
          <p:cNvPr id="78" name="Image 30" descr="preencoded.png">
            <a:extLst>
              <a:ext uri="{FF2B5EF4-FFF2-40B4-BE49-F238E27FC236}">
                <a16:creationId xmlns:a16="http://schemas.microsoft.com/office/drawing/2014/main" id="{6BE55250-251D-3804-B42A-831E28A2198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38832" y="4910704"/>
            <a:ext cx="152400" cy="152400"/>
          </a:xfrm>
          <a:prstGeom prst="rect">
            <a:avLst/>
          </a:prstGeom>
        </p:spPr>
      </p:pic>
      <p:sp>
        <p:nvSpPr>
          <p:cNvPr id="79" name="Text 1">
            <a:extLst>
              <a:ext uri="{FF2B5EF4-FFF2-40B4-BE49-F238E27FC236}">
                <a16:creationId xmlns:a16="http://schemas.microsoft.com/office/drawing/2014/main" id="{CF598CF8-9DE3-7B01-311D-3FF45B518821}"/>
              </a:ext>
            </a:extLst>
          </p:cNvPr>
          <p:cNvSpPr/>
          <p:nvPr/>
        </p:nvSpPr>
        <p:spPr>
          <a:xfrm>
            <a:off x="1109157" y="1433211"/>
            <a:ext cx="428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Marktposition</a:t>
            </a:r>
            <a:endParaRPr lang="en-US" sz="1800" dirty="0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A56A6048-AE49-1451-F67E-E5E848E24CB5}"/>
              </a:ext>
            </a:extLst>
          </p:cNvPr>
          <p:cNvSpPr/>
          <p:nvPr/>
        </p:nvSpPr>
        <p:spPr>
          <a:xfrm>
            <a:off x="347157" y="3947811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des Umsatzes aus Rolling Stock</a:t>
            </a:r>
            <a:endParaRPr lang="en-US" sz="1350" dirty="0"/>
          </a:p>
        </p:txBody>
      </p:sp>
      <p:sp>
        <p:nvSpPr>
          <p:cNvPr id="81" name="Text 3">
            <a:extLst>
              <a:ext uri="{FF2B5EF4-FFF2-40B4-BE49-F238E27FC236}">
                <a16:creationId xmlns:a16="http://schemas.microsoft.com/office/drawing/2014/main" id="{64C1B754-765A-38A3-8FBD-5D9B43009CF0}"/>
              </a:ext>
            </a:extLst>
          </p:cNvPr>
          <p:cNvSpPr/>
          <p:nvPr/>
        </p:nvSpPr>
        <p:spPr>
          <a:xfrm>
            <a:off x="347157" y="4214511"/>
            <a:ext cx="514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Hoher Margendruck durch Konkurrenz</a:t>
            </a:r>
            <a:endParaRPr lang="en-US" sz="1050" dirty="0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7B35F6D5-2D2D-A37A-13AA-20B349F6B89B}"/>
              </a:ext>
            </a:extLst>
          </p:cNvPr>
          <p:cNvSpPr/>
          <p:nvPr/>
        </p:nvSpPr>
        <p:spPr>
          <a:xfrm>
            <a:off x="1080582" y="4938411"/>
            <a:ext cx="428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Handlungsbedarf</a:t>
            </a:r>
            <a:endParaRPr lang="en-US" sz="1800" dirty="0"/>
          </a:p>
        </p:txBody>
      </p:sp>
      <p:sp>
        <p:nvSpPr>
          <p:cNvPr id="83" name="Text 5">
            <a:extLst>
              <a:ext uri="{FF2B5EF4-FFF2-40B4-BE49-F238E27FC236}">
                <a16:creationId xmlns:a16="http://schemas.microsoft.com/office/drawing/2014/main" id="{36052A26-F8AC-1EA9-ED6E-2C35E7A13821}"/>
              </a:ext>
            </a:extLst>
          </p:cNvPr>
          <p:cNvSpPr/>
          <p:nvPr/>
        </p:nvSpPr>
        <p:spPr>
          <a:xfrm>
            <a:off x="1023432" y="5357511"/>
            <a:ext cx="36181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Technologischer Wandel beschleunigen</a:t>
            </a:r>
            <a:endParaRPr lang="en-US" sz="1350" dirty="0"/>
          </a:p>
        </p:txBody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B56EAAC4-7CC8-CF53-B570-C4A874DFE410}"/>
              </a:ext>
            </a:extLst>
          </p:cNvPr>
          <p:cNvSpPr/>
          <p:nvPr/>
        </p:nvSpPr>
        <p:spPr>
          <a:xfrm>
            <a:off x="1023432" y="5662311"/>
            <a:ext cx="32136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Geschäftsmodelle entwickeln</a:t>
            </a:r>
            <a:endParaRPr lang="en-US" sz="1350" dirty="0"/>
          </a:p>
        </p:txBody>
      </p:sp>
      <p:sp>
        <p:nvSpPr>
          <p:cNvPr id="85" name="Text 7">
            <a:extLst>
              <a:ext uri="{FF2B5EF4-FFF2-40B4-BE49-F238E27FC236}">
                <a16:creationId xmlns:a16="http://schemas.microsoft.com/office/drawing/2014/main" id="{4DFBCF3D-C749-F4C4-A958-D98988D7131F}"/>
              </a:ext>
            </a:extLst>
          </p:cNvPr>
          <p:cNvSpPr/>
          <p:nvPr/>
        </p:nvSpPr>
        <p:spPr>
          <a:xfrm>
            <a:off x="1023432" y="5967111"/>
            <a:ext cx="24931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Digitalisierung vorantreiben</a:t>
            </a:r>
            <a:endParaRPr lang="en-US" sz="1350" dirty="0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765DC544-F8B0-9B84-339F-859D5F83A2E1}"/>
              </a:ext>
            </a:extLst>
          </p:cNvPr>
          <p:cNvSpPr/>
          <p:nvPr/>
        </p:nvSpPr>
        <p:spPr>
          <a:xfrm>
            <a:off x="5757357" y="1481704"/>
            <a:ext cx="78409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Fragmentierte Datensysteme</a:t>
            </a:r>
            <a:endParaRPr lang="en-US" sz="1800" dirty="0"/>
          </a:p>
        </p:txBody>
      </p:sp>
      <p:sp>
        <p:nvSpPr>
          <p:cNvPr id="87" name="Text 9">
            <a:extLst>
              <a:ext uri="{FF2B5EF4-FFF2-40B4-BE49-F238E27FC236}">
                <a16:creationId xmlns:a16="http://schemas.microsoft.com/office/drawing/2014/main" id="{AAFF0E7A-CFA9-D90D-C27D-D8193CD16F66}"/>
              </a:ext>
            </a:extLst>
          </p:cNvPr>
          <p:cNvSpPr/>
          <p:nvPr/>
        </p:nvSpPr>
        <p:spPr>
          <a:xfrm>
            <a:off x="5976432" y="2034154"/>
            <a:ext cx="7738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PM</a:t>
            </a:r>
            <a:endParaRPr lang="en-US" sz="1350" dirty="0"/>
          </a:p>
        </p:txBody>
      </p:sp>
      <p:sp>
        <p:nvSpPr>
          <p:cNvPr id="88" name="Text 10">
            <a:extLst>
              <a:ext uri="{FF2B5EF4-FFF2-40B4-BE49-F238E27FC236}">
                <a16:creationId xmlns:a16="http://schemas.microsoft.com/office/drawing/2014/main" id="{DBA27D4C-11F6-FB96-176E-538B0CACE6AE}"/>
              </a:ext>
            </a:extLst>
          </p:cNvPr>
          <p:cNvSpPr/>
          <p:nvPr/>
        </p:nvSpPr>
        <p:spPr>
          <a:xfrm>
            <a:off x="5595432" y="2358004"/>
            <a:ext cx="35775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Instandhaltungsdaten isoliert von Betriebsdaten</a:t>
            </a:r>
            <a:endParaRPr lang="en-US" sz="1050" dirty="0"/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3874C67E-78D5-0818-DECB-C8992E78A305}"/>
              </a:ext>
            </a:extLst>
          </p:cNvPr>
          <p:cNvSpPr/>
          <p:nvPr/>
        </p:nvSpPr>
        <p:spPr>
          <a:xfrm>
            <a:off x="9300657" y="2034154"/>
            <a:ext cx="15212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IoT-Sensordaten</a:t>
            </a:r>
            <a:endParaRPr lang="en-US" sz="1350" dirty="0"/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6860E7E6-2341-9310-9FBA-09B2408225FD}"/>
              </a:ext>
            </a:extLst>
          </p:cNvPr>
          <p:cNvSpPr/>
          <p:nvPr/>
        </p:nvSpPr>
        <p:spPr>
          <a:xfrm>
            <a:off x="8919657" y="2358004"/>
            <a:ext cx="29813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Temperatur- und Vibrationsdaten in separaten DBs</a:t>
            </a:r>
            <a:endParaRPr lang="en-US" sz="1050" dirty="0"/>
          </a:p>
        </p:txBody>
      </p:sp>
      <p:sp>
        <p:nvSpPr>
          <p:cNvPr id="91" name="Text 13">
            <a:extLst>
              <a:ext uri="{FF2B5EF4-FFF2-40B4-BE49-F238E27FC236}">
                <a16:creationId xmlns:a16="http://schemas.microsoft.com/office/drawing/2014/main" id="{6C6F15BE-15B8-AEF3-A145-AFD822DD05FE}"/>
              </a:ext>
            </a:extLst>
          </p:cNvPr>
          <p:cNvSpPr/>
          <p:nvPr/>
        </p:nvSpPr>
        <p:spPr>
          <a:xfrm>
            <a:off x="5976432" y="3177154"/>
            <a:ext cx="1601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Produktionsdaten</a:t>
            </a:r>
            <a:endParaRPr lang="en-US" sz="1350" dirty="0"/>
          </a:p>
        </p:txBody>
      </p:sp>
      <p:sp>
        <p:nvSpPr>
          <p:cNvPr id="92" name="Text 14">
            <a:extLst>
              <a:ext uri="{FF2B5EF4-FFF2-40B4-BE49-F238E27FC236}">
                <a16:creationId xmlns:a16="http://schemas.microsoft.com/office/drawing/2014/main" id="{88D1FF07-16A9-E30E-C1A7-36811C993709}"/>
              </a:ext>
            </a:extLst>
          </p:cNvPr>
          <p:cNvSpPr/>
          <p:nvPr/>
        </p:nvSpPr>
        <p:spPr>
          <a:xfrm>
            <a:off x="5595432" y="3501004"/>
            <a:ext cx="29813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Produktionswerke in unterschiedlichen Formaten</a:t>
            </a:r>
            <a:endParaRPr lang="en-US" sz="1050" dirty="0"/>
          </a:p>
        </p:txBody>
      </p:sp>
      <p:sp>
        <p:nvSpPr>
          <p:cNvPr id="93" name="Text 15">
            <a:extLst>
              <a:ext uri="{FF2B5EF4-FFF2-40B4-BE49-F238E27FC236}">
                <a16:creationId xmlns:a16="http://schemas.microsoft.com/office/drawing/2014/main" id="{C7BE3709-E1CA-2842-ED01-656ED631021A}"/>
              </a:ext>
            </a:extLst>
          </p:cNvPr>
          <p:cNvSpPr/>
          <p:nvPr/>
        </p:nvSpPr>
        <p:spPr>
          <a:xfrm>
            <a:off x="9300657" y="3177154"/>
            <a:ext cx="13153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Daten</a:t>
            </a:r>
            <a:endParaRPr lang="en-US" sz="1350" dirty="0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7C40FC0E-32CB-D3B4-838F-C3F82A2F0F7F}"/>
              </a:ext>
            </a:extLst>
          </p:cNvPr>
          <p:cNvSpPr/>
          <p:nvPr/>
        </p:nvSpPr>
        <p:spPr>
          <a:xfrm>
            <a:off x="8919657" y="3501004"/>
            <a:ext cx="29813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Wetterdaten, Fahrpläne über separate Schnittstellen</a:t>
            </a:r>
            <a:endParaRPr lang="en-US" sz="1050" dirty="0"/>
          </a:p>
        </p:txBody>
      </p:sp>
      <p:sp>
        <p:nvSpPr>
          <p:cNvPr id="95" name="Text 17">
            <a:extLst>
              <a:ext uri="{FF2B5EF4-FFF2-40B4-BE49-F238E27FC236}">
                <a16:creationId xmlns:a16="http://schemas.microsoft.com/office/drawing/2014/main" id="{CE54246B-615F-1609-D079-503FB17BC6B4}"/>
              </a:ext>
            </a:extLst>
          </p:cNvPr>
          <p:cNvSpPr/>
          <p:nvPr/>
        </p:nvSpPr>
        <p:spPr>
          <a:xfrm>
            <a:off x="5900232" y="4377304"/>
            <a:ext cx="6229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Folgen für die Innovation</a:t>
            </a:r>
            <a:endParaRPr lang="en-US" sz="1500" dirty="0"/>
          </a:p>
        </p:txBody>
      </p:sp>
      <p:sp>
        <p:nvSpPr>
          <p:cNvPr id="96" name="Text 18">
            <a:extLst>
              <a:ext uri="{FF2B5EF4-FFF2-40B4-BE49-F238E27FC236}">
                <a16:creationId xmlns:a16="http://schemas.microsoft.com/office/drawing/2014/main" id="{46581D18-2213-7516-FEC0-57368958FEA7}"/>
              </a:ext>
            </a:extLst>
          </p:cNvPr>
          <p:cNvSpPr/>
          <p:nvPr/>
        </p:nvSpPr>
        <p:spPr>
          <a:xfrm>
            <a:off x="5976432" y="4796404"/>
            <a:ext cx="15811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Eingeschränkte Sicht auf Flotte</a:t>
            </a:r>
            <a:endParaRPr lang="en-US" sz="1050" dirty="0"/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AE3A55DE-CE18-BF4B-F6B1-CA7D6C7A627C}"/>
              </a:ext>
            </a:extLst>
          </p:cNvPr>
          <p:cNvSpPr/>
          <p:nvPr/>
        </p:nvSpPr>
        <p:spPr>
          <a:xfrm>
            <a:off x="8052882" y="4796404"/>
            <a:ext cx="1619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Hemming von Innovationen</a:t>
            </a:r>
            <a:endParaRPr lang="en-US" sz="1050" dirty="0"/>
          </a:p>
        </p:txBody>
      </p:sp>
      <p:sp>
        <p:nvSpPr>
          <p:cNvPr id="98" name="Text 20">
            <a:extLst>
              <a:ext uri="{FF2B5EF4-FFF2-40B4-BE49-F238E27FC236}">
                <a16:creationId xmlns:a16="http://schemas.microsoft.com/office/drawing/2014/main" id="{68D2D795-6582-70C7-E488-2AE0529C0167}"/>
              </a:ext>
            </a:extLst>
          </p:cNvPr>
          <p:cNvSpPr/>
          <p:nvPr/>
        </p:nvSpPr>
        <p:spPr>
          <a:xfrm>
            <a:off x="10167432" y="4796404"/>
            <a:ext cx="1619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Verzögerungen bei Entscheidungen</a:t>
            </a:r>
            <a:endParaRPr lang="en-US" sz="1050" dirty="0"/>
          </a:p>
        </p:txBody>
      </p:sp>
      <p:graphicFrame>
        <p:nvGraphicFramePr>
          <p:cNvPr id="101" name="Diagramm 100">
            <a:extLst>
              <a:ext uri="{FF2B5EF4-FFF2-40B4-BE49-F238E27FC236}">
                <a16:creationId xmlns:a16="http://schemas.microsoft.com/office/drawing/2014/main" id="{0E10A6EE-2292-9571-CFD2-455382F19C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741233"/>
              </p:ext>
            </p:extLst>
          </p:nvPr>
        </p:nvGraphicFramePr>
        <p:xfrm>
          <a:off x="1819426" y="1832699"/>
          <a:ext cx="2198962" cy="2154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</p:spTree>
    <p:extLst>
      <p:ext uri="{BB962C8B-B14F-4D97-AF65-F5344CB8AC3E}">
        <p14:creationId xmlns:p14="http://schemas.microsoft.com/office/powerpoint/2010/main" val="51551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148FD-5B25-1650-2D27-BCA32C1D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Das digitale Gehirn – Data Lake als strategische Initiative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0E40EC-5528-3153-AFE2-729E78F0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6ED189-0B78-26C7-A641-55360FBE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21D1395-4D9A-BFBA-3FE5-77B0D498477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C15A1C8B-5BC7-4D4A-59B7-9F1AD744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84" y="1917558"/>
            <a:ext cx="200025" cy="2286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89602169-0DDF-0158-28A8-B2035E2DF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9" y="2147888"/>
            <a:ext cx="5410200" cy="25908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C7D6A781-524D-33F1-C0AF-47C3C5321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09" y="3062288"/>
            <a:ext cx="381000" cy="3810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F748F566-1DD8-6DE1-69DD-BE319DEC0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09" y="3176588"/>
            <a:ext cx="152400" cy="1524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63D1D7DC-33E7-8A85-3FA9-10319F1D69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09" y="3595688"/>
            <a:ext cx="381000" cy="3810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3DE19430-447B-A9FB-CBDE-9C161F7BB4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259" y="3709988"/>
            <a:ext cx="114300" cy="1524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474187FD-F35B-C71B-E8FF-D34871943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09" y="4129088"/>
            <a:ext cx="381000" cy="3810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87658F48-B75D-56DA-DA20-4EAE4E6612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209" y="4243388"/>
            <a:ext cx="152400" cy="1524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8F51F8A8-3809-AD9B-DB07-7A0647FB17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309" y="4967288"/>
            <a:ext cx="5410200" cy="137160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6AB9B14A-423D-1868-0D5C-5190266B8C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909" y="5224463"/>
            <a:ext cx="142875" cy="190500"/>
          </a:xfrm>
          <a:prstGeom prst="rect">
            <a:avLst/>
          </a:prstGeom>
        </p:spPr>
      </p:pic>
      <p:pic>
        <p:nvPicPr>
          <p:cNvPr id="17" name="Image 13" descr="preencoded.png">
            <a:extLst>
              <a:ext uri="{FF2B5EF4-FFF2-40B4-BE49-F238E27FC236}">
                <a16:creationId xmlns:a16="http://schemas.microsoft.com/office/drawing/2014/main" id="{FD53CA20-72C9-70A2-D18B-DE05A3843B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5709" y="1947863"/>
            <a:ext cx="190500" cy="190500"/>
          </a:xfrm>
          <a:prstGeom prst="rect">
            <a:avLst/>
          </a:prstGeom>
        </p:spPr>
      </p:pic>
      <p:pic>
        <p:nvPicPr>
          <p:cNvPr id="18" name="Image 14" descr="preencoded.png">
            <a:extLst>
              <a:ext uri="{FF2B5EF4-FFF2-40B4-BE49-F238E27FC236}">
                <a16:creationId xmlns:a16="http://schemas.microsoft.com/office/drawing/2014/main" id="{DFA801CA-919D-DD5D-DB4A-94EAB63171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38109" y="2414588"/>
            <a:ext cx="609600" cy="609600"/>
          </a:xfrm>
          <a:prstGeom prst="rect">
            <a:avLst/>
          </a:prstGeom>
        </p:spPr>
      </p:pic>
      <p:pic>
        <p:nvPicPr>
          <p:cNvPr id="19" name="Image 15" descr="preencoded.png">
            <a:extLst>
              <a:ext uri="{FF2B5EF4-FFF2-40B4-BE49-F238E27FC236}">
                <a16:creationId xmlns:a16="http://schemas.microsoft.com/office/drawing/2014/main" id="{E4A66965-977A-5D82-F87E-07E78F30D0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14322" y="2566988"/>
            <a:ext cx="257175" cy="304800"/>
          </a:xfrm>
          <a:prstGeom prst="rect">
            <a:avLst/>
          </a:prstGeom>
        </p:spPr>
      </p:pic>
      <p:pic>
        <p:nvPicPr>
          <p:cNvPr id="20" name="Image 16" descr="preencoded.png">
            <a:extLst>
              <a:ext uri="{FF2B5EF4-FFF2-40B4-BE49-F238E27FC236}">
                <a16:creationId xmlns:a16="http://schemas.microsoft.com/office/drawing/2014/main" id="{22B5DF68-2120-5F9F-E02E-4FEED40B579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78839" y="2414588"/>
            <a:ext cx="609600" cy="609600"/>
          </a:xfrm>
          <a:prstGeom prst="rect">
            <a:avLst/>
          </a:prstGeom>
        </p:spPr>
      </p:pic>
      <p:pic>
        <p:nvPicPr>
          <p:cNvPr id="21" name="Image 17" descr="preencoded.png">
            <a:extLst>
              <a:ext uri="{FF2B5EF4-FFF2-40B4-BE49-F238E27FC236}">
                <a16:creationId xmlns:a16="http://schemas.microsoft.com/office/drawing/2014/main" id="{1ECD7044-66BF-6690-ADCA-5295C22E2B3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9339" y="2566988"/>
            <a:ext cx="228600" cy="304800"/>
          </a:xfrm>
          <a:prstGeom prst="rect">
            <a:avLst/>
          </a:prstGeom>
        </p:spPr>
      </p:pic>
      <p:pic>
        <p:nvPicPr>
          <p:cNvPr id="22" name="Image 18" descr="preencoded.png">
            <a:extLst>
              <a:ext uri="{FF2B5EF4-FFF2-40B4-BE49-F238E27FC236}">
                <a16:creationId xmlns:a16="http://schemas.microsoft.com/office/drawing/2014/main" id="{C77D20AF-169B-7D1A-5BA6-30D405583C3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8660" y="2414588"/>
            <a:ext cx="609600" cy="609600"/>
          </a:xfrm>
          <a:prstGeom prst="rect">
            <a:avLst/>
          </a:prstGeom>
        </p:spPr>
      </p:pic>
      <p:pic>
        <p:nvPicPr>
          <p:cNvPr id="23" name="Image 19" descr="preencoded.png">
            <a:extLst>
              <a:ext uri="{FF2B5EF4-FFF2-40B4-BE49-F238E27FC236}">
                <a16:creationId xmlns:a16="http://schemas.microsoft.com/office/drawing/2014/main" id="{18DE9693-727E-F741-FFD2-33241F59514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90585" y="2566988"/>
            <a:ext cx="285750" cy="304800"/>
          </a:xfrm>
          <a:prstGeom prst="rect">
            <a:avLst/>
          </a:prstGeom>
        </p:spPr>
      </p:pic>
      <p:pic>
        <p:nvPicPr>
          <p:cNvPr id="24" name="Image 20" descr="preencoded.png">
            <a:extLst>
              <a:ext uri="{FF2B5EF4-FFF2-40B4-BE49-F238E27FC236}">
                <a16:creationId xmlns:a16="http://schemas.microsoft.com/office/drawing/2014/main" id="{EC7AC151-98C6-96B0-043E-44C03B3BA6D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51084" y="2338388"/>
            <a:ext cx="762000" cy="762000"/>
          </a:xfrm>
          <a:prstGeom prst="rect">
            <a:avLst/>
          </a:prstGeom>
        </p:spPr>
      </p:pic>
      <p:pic>
        <p:nvPicPr>
          <p:cNvPr id="25" name="Image 21" descr="preencoded.png">
            <a:extLst>
              <a:ext uri="{FF2B5EF4-FFF2-40B4-BE49-F238E27FC236}">
                <a16:creationId xmlns:a16="http://schemas.microsoft.com/office/drawing/2014/main" id="{43380F63-F79E-B7AC-871D-07BF06EE08B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8259" y="2547938"/>
            <a:ext cx="247650" cy="342900"/>
          </a:xfrm>
          <a:prstGeom prst="rect">
            <a:avLst/>
          </a:prstGeom>
        </p:spPr>
      </p:pic>
      <p:pic>
        <p:nvPicPr>
          <p:cNvPr id="26" name="Image 22" descr="preencoded.png">
            <a:extLst>
              <a:ext uri="{FF2B5EF4-FFF2-40B4-BE49-F238E27FC236}">
                <a16:creationId xmlns:a16="http://schemas.microsoft.com/office/drawing/2014/main" id="{6581AB4C-4C2B-F7AC-207F-D4879ACAC88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96763" y="2414588"/>
            <a:ext cx="609600" cy="609600"/>
          </a:xfrm>
          <a:prstGeom prst="rect">
            <a:avLst/>
          </a:prstGeom>
        </p:spPr>
      </p:pic>
      <p:pic>
        <p:nvPicPr>
          <p:cNvPr id="27" name="Image 23" descr="preencoded.png">
            <a:extLst>
              <a:ext uri="{FF2B5EF4-FFF2-40B4-BE49-F238E27FC236}">
                <a16:creationId xmlns:a16="http://schemas.microsoft.com/office/drawing/2014/main" id="{4BF11507-054C-1A0B-A143-DDF7C9414DF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87263" y="2566988"/>
            <a:ext cx="228600" cy="304800"/>
          </a:xfrm>
          <a:prstGeom prst="rect">
            <a:avLst/>
          </a:prstGeom>
        </p:spPr>
      </p:pic>
      <p:pic>
        <p:nvPicPr>
          <p:cNvPr id="28" name="Image 24" descr="preencoded.png">
            <a:extLst>
              <a:ext uri="{FF2B5EF4-FFF2-40B4-BE49-F238E27FC236}">
                <a16:creationId xmlns:a16="http://schemas.microsoft.com/office/drawing/2014/main" id="{AFC44806-3634-EAE4-D7B4-243291774C5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85709" y="3738563"/>
            <a:ext cx="219075" cy="190500"/>
          </a:xfrm>
          <a:prstGeom prst="rect">
            <a:avLst/>
          </a:prstGeom>
        </p:spPr>
      </p:pic>
      <p:pic>
        <p:nvPicPr>
          <p:cNvPr id="29" name="Image 25" descr="preencoded.png">
            <a:extLst>
              <a:ext uri="{FF2B5EF4-FFF2-40B4-BE49-F238E27FC236}">
                <a16:creationId xmlns:a16="http://schemas.microsoft.com/office/drawing/2014/main" id="{A5404190-C963-B5A2-8B75-CE5BFA9E477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85709" y="4129088"/>
            <a:ext cx="2400300" cy="990600"/>
          </a:xfrm>
          <a:prstGeom prst="rect">
            <a:avLst/>
          </a:prstGeom>
        </p:spPr>
      </p:pic>
      <p:pic>
        <p:nvPicPr>
          <p:cNvPr id="30" name="Image 26" descr="preencoded.png">
            <a:extLst>
              <a:ext uri="{FF2B5EF4-FFF2-40B4-BE49-F238E27FC236}">
                <a16:creationId xmlns:a16="http://schemas.microsoft.com/office/drawing/2014/main" id="{13798A15-5B64-073E-99C4-B70A2FF6338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38109" y="4319588"/>
            <a:ext cx="152400" cy="152400"/>
          </a:xfrm>
          <a:prstGeom prst="rect">
            <a:avLst/>
          </a:prstGeom>
        </p:spPr>
      </p:pic>
      <p:pic>
        <p:nvPicPr>
          <p:cNvPr id="31" name="Image 27" descr="preencoded.png">
            <a:extLst>
              <a:ext uri="{FF2B5EF4-FFF2-40B4-BE49-F238E27FC236}">
                <a16:creationId xmlns:a16="http://schemas.microsoft.com/office/drawing/2014/main" id="{E2E16B03-B4EF-24CA-0F94-D586FEB2F57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38409" y="4129088"/>
            <a:ext cx="2400300" cy="990600"/>
          </a:xfrm>
          <a:prstGeom prst="rect">
            <a:avLst/>
          </a:prstGeom>
        </p:spPr>
      </p:pic>
      <p:pic>
        <p:nvPicPr>
          <p:cNvPr id="32" name="Image 28" descr="preencoded.png">
            <a:extLst>
              <a:ext uri="{FF2B5EF4-FFF2-40B4-BE49-F238E27FC236}">
                <a16:creationId xmlns:a16="http://schemas.microsoft.com/office/drawing/2014/main" id="{C9C9E0C4-B6B5-0787-C395-4527FEF9D6D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90809" y="4319588"/>
            <a:ext cx="152400" cy="152400"/>
          </a:xfrm>
          <a:prstGeom prst="rect">
            <a:avLst/>
          </a:prstGeom>
        </p:spPr>
      </p:pic>
      <p:pic>
        <p:nvPicPr>
          <p:cNvPr id="33" name="Image 29" descr="preencoded.png">
            <a:extLst>
              <a:ext uri="{FF2B5EF4-FFF2-40B4-BE49-F238E27FC236}">
                <a16:creationId xmlns:a16="http://schemas.microsoft.com/office/drawing/2014/main" id="{C114EB27-BF03-DED7-6D97-494BC4313CB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85709" y="5272088"/>
            <a:ext cx="2400300" cy="762000"/>
          </a:xfrm>
          <a:prstGeom prst="rect">
            <a:avLst/>
          </a:prstGeom>
        </p:spPr>
      </p:pic>
      <p:pic>
        <p:nvPicPr>
          <p:cNvPr id="34" name="Image 30" descr="preencoded.png">
            <a:extLst>
              <a:ext uri="{FF2B5EF4-FFF2-40B4-BE49-F238E27FC236}">
                <a16:creationId xmlns:a16="http://schemas.microsoft.com/office/drawing/2014/main" id="{AF04D06B-F467-E2F6-D0AF-367ED49A14B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38109" y="5462588"/>
            <a:ext cx="152400" cy="152400"/>
          </a:xfrm>
          <a:prstGeom prst="rect">
            <a:avLst/>
          </a:prstGeom>
        </p:spPr>
      </p:pic>
      <p:pic>
        <p:nvPicPr>
          <p:cNvPr id="35" name="Image 31" descr="preencoded.png">
            <a:extLst>
              <a:ext uri="{FF2B5EF4-FFF2-40B4-BE49-F238E27FC236}">
                <a16:creationId xmlns:a16="http://schemas.microsoft.com/office/drawing/2014/main" id="{12ADEE9E-9782-E261-3BFD-D59060BDE83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38409" y="5272088"/>
            <a:ext cx="2400300" cy="762000"/>
          </a:xfrm>
          <a:prstGeom prst="rect">
            <a:avLst/>
          </a:prstGeom>
        </p:spPr>
      </p:pic>
      <p:pic>
        <p:nvPicPr>
          <p:cNvPr id="36" name="Image 32" descr="preencoded.png">
            <a:extLst>
              <a:ext uri="{FF2B5EF4-FFF2-40B4-BE49-F238E27FC236}">
                <a16:creationId xmlns:a16="http://schemas.microsoft.com/office/drawing/2014/main" id="{2CF535B4-9EB0-93BE-5B81-689FE2C5A6B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90809" y="5462588"/>
            <a:ext cx="152400" cy="152400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5726EF7A-7302-CFE5-3235-79095321DE0B}"/>
              </a:ext>
            </a:extLst>
          </p:cNvPr>
          <p:cNvSpPr/>
          <p:nvPr/>
        </p:nvSpPr>
        <p:spPr>
          <a:xfrm>
            <a:off x="1173309" y="1898508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Konzept</a:t>
            </a:r>
            <a:endParaRPr lang="en-US" sz="18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E7A8328-8621-63B8-67FB-8CF409428F21}"/>
              </a:ext>
            </a:extLst>
          </p:cNvPr>
          <p:cNvSpPr/>
          <p:nvPr/>
        </p:nvSpPr>
        <p:spPr>
          <a:xfrm>
            <a:off x="865909" y="2376488"/>
            <a:ext cx="495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Azure-basierter Data Lake als </a:t>
            </a: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"Single Source of Truth"</a:t>
            </a: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für alle railTRACK-Daten.</a:t>
            </a:r>
            <a:endParaRPr lang="en-US" sz="15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71C56295-FD59-EC30-F3A3-48058EADD54C}"/>
              </a:ext>
            </a:extLst>
          </p:cNvPr>
          <p:cNvSpPr/>
          <p:nvPr/>
        </p:nvSpPr>
        <p:spPr>
          <a:xfrm>
            <a:off x="1361209" y="3119438"/>
            <a:ext cx="25846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Überwindung der Datensilos</a:t>
            </a:r>
            <a:endParaRPr lang="en-US" sz="135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D43B5F56-D09D-38AB-E26C-C3ACB7C8F7EF}"/>
              </a:ext>
            </a:extLst>
          </p:cNvPr>
          <p:cNvSpPr/>
          <p:nvPr/>
        </p:nvSpPr>
        <p:spPr>
          <a:xfrm>
            <a:off x="1361209" y="3652838"/>
            <a:ext cx="43889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"Schema-on-Read"-Prinzip für KI-Anwendungen</a:t>
            </a:r>
            <a:endParaRPr lang="en-US" sz="135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11CA2C64-096E-2BB9-7EEC-C9FE0B159FEC}"/>
              </a:ext>
            </a:extLst>
          </p:cNvPr>
          <p:cNvSpPr/>
          <p:nvPr/>
        </p:nvSpPr>
        <p:spPr>
          <a:xfrm>
            <a:off x="1361209" y="4186238"/>
            <a:ext cx="43353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Grundlage für datengetriebene Entscheidungen</a:t>
            </a:r>
            <a:endParaRPr lang="en-US" sz="13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EE10E12-21FD-117E-37D4-A07F5E051E16}"/>
              </a:ext>
            </a:extLst>
          </p:cNvPr>
          <p:cNvSpPr/>
          <p:nvPr/>
        </p:nvSpPr>
        <p:spPr>
          <a:xfrm>
            <a:off x="1084984" y="5195888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Lage</a:t>
            </a:r>
            <a:endParaRPr lang="en-US" sz="15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15A61B08-8BF8-D492-7B2D-EC1EEEE6C75C}"/>
              </a:ext>
            </a:extLst>
          </p:cNvPr>
          <p:cNvSpPr/>
          <p:nvPr/>
        </p:nvSpPr>
        <p:spPr>
          <a:xfrm>
            <a:off x="865909" y="5576888"/>
            <a:ext cx="4953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neue Fabrik in Detroit profitiert von dieser zentralen Datenbasis für die Smart Factory.</a:t>
            </a:r>
            <a:endParaRPr lang="en-US" sz="135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C3FB3130-5A8B-654B-5458-E002BA40E003}"/>
              </a:ext>
            </a:extLst>
          </p:cNvPr>
          <p:cNvSpPr/>
          <p:nvPr/>
        </p:nvSpPr>
        <p:spPr>
          <a:xfrm>
            <a:off x="7152409" y="1919288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Datenintegration</a:t>
            </a:r>
            <a:endParaRPr lang="en-US" sz="15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45E3C02F-F6FE-D7B1-EC6F-7E5CE76FC2B2}"/>
              </a:ext>
            </a:extLst>
          </p:cNvPr>
          <p:cNvSpPr/>
          <p:nvPr/>
        </p:nvSpPr>
        <p:spPr>
          <a:xfrm>
            <a:off x="6977149" y="3100388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PM</a:t>
            </a:r>
            <a:endParaRPr lang="en-US" sz="12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FB8880C5-7561-F0F0-24D7-97D02B164139}"/>
              </a:ext>
            </a:extLst>
          </p:cNvPr>
          <p:cNvSpPr/>
          <p:nvPr/>
        </p:nvSpPr>
        <p:spPr>
          <a:xfrm>
            <a:off x="7665167" y="3100388"/>
            <a:ext cx="10370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Sensordaten</a:t>
            </a:r>
            <a:endParaRPr lang="en-US" sz="12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F161274F-E2F0-E0BB-7085-1FCC9989FD7B}"/>
              </a:ext>
            </a:extLst>
          </p:cNvPr>
          <p:cNvSpPr/>
          <p:nvPr/>
        </p:nvSpPr>
        <p:spPr>
          <a:xfrm>
            <a:off x="8636970" y="3100388"/>
            <a:ext cx="9929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Wetterdaten</a:t>
            </a:r>
            <a:endParaRPr lang="en-US" sz="12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DD98053C-D8B9-9AC0-3DDB-75CC2AD739C9}"/>
              </a:ext>
            </a:extLst>
          </p:cNvPr>
          <p:cNvSpPr/>
          <p:nvPr/>
        </p:nvSpPr>
        <p:spPr>
          <a:xfrm>
            <a:off x="9574884" y="3176588"/>
            <a:ext cx="91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5E101385-E6A6-068B-FE8D-DE0A24D329BC}"/>
              </a:ext>
            </a:extLst>
          </p:cNvPr>
          <p:cNvSpPr/>
          <p:nvPr/>
        </p:nvSpPr>
        <p:spPr>
          <a:xfrm>
            <a:off x="10400032" y="3100388"/>
            <a:ext cx="14032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KI-Anwendungen</a:t>
            </a:r>
            <a:endParaRPr lang="en-US" sz="12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E965466-F5D1-CB68-1D82-6F9535DE7974}"/>
              </a:ext>
            </a:extLst>
          </p:cNvPr>
          <p:cNvSpPr/>
          <p:nvPr/>
        </p:nvSpPr>
        <p:spPr>
          <a:xfrm>
            <a:off x="7304809" y="4281488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Revisionssicherheit durch Rohdatenspeicherung</a:t>
            </a:r>
            <a:endParaRPr lang="en-US" sz="12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77E47806-0BC5-43EF-A06B-71776CEE9D9F}"/>
              </a:ext>
            </a:extLst>
          </p:cNvPr>
          <p:cNvSpPr/>
          <p:nvPr/>
        </p:nvSpPr>
        <p:spPr>
          <a:xfrm>
            <a:off x="9857509" y="4281488"/>
            <a:ext cx="1828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Unstrukturierte Daten wie Sensordaten werden genutzt</a:t>
            </a:r>
            <a:endParaRPr lang="en-US" sz="12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CBE74E99-0664-9BFE-2857-5B79EE6759D1}"/>
              </a:ext>
            </a:extLst>
          </p:cNvPr>
          <p:cNvSpPr/>
          <p:nvPr/>
        </p:nvSpPr>
        <p:spPr>
          <a:xfrm>
            <a:off x="7304809" y="5424488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Kombination mit Kontextinformationen</a:t>
            </a:r>
            <a:endParaRPr lang="en-US" sz="12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7FF006F5-74C2-9B16-BB28-5E83A91C8245}"/>
              </a:ext>
            </a:extLst>
          </p:cNvPr>
          <p:cNvSpPr/>
          <p:nvPr/>
        </p:nvSpPr>
        <p:spPr>
          <a:xfrm>
            <a:off x="9857509" y="5424488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Unterstützung für Predictive Maintenance</a:t>
            </a:r>
            <a:endParaRPr lang="en-US" sz="1200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972DE0E7-8C3F-698B-AAEF-910FA42C7677}"/>
              </a:ext>
            </a:extLst>
          </p:cNvPr>
          <p:cNvSpPr/>
          <p:nvPr/>
        </p:nvSpPr>
        <p:spPr>
          <a:xfrm>
            <a:off x="7161414" y="3727025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Vorteile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13243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527DD-9B90-E327-CD62-C856653B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Data Lake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A0D161-AC04-BE09-E84C-402AF9F2A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87559B-B866-C7D2-3D01-A8BC1CE2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66379D-B13F-A2C4-B346-BDC42830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3BAE3AF-6455-383A-629E-30420399655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BF34F58D-858A-4E63-1DF6-E2E2161C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65" y="1593277"/>
            <a:ext cx="3606850" cy="23622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4CA0B05-A6CB-AD75-C878-20B62C142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65" y="1783777"/>
            <a:ext cx="457200" cy="4572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6BED36DD-B737-6278-BCC9-E2FAFD997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53" y="1859977"/>
            <a:ext cx="200025" cy="3048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D2CCB765-EDB8-407E-F348-A48BE83EC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65" y="2774377"/>
            <a:ext cx="152400" cy="1524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BE6A0968-FC44-7E96-ADF7-677F9822F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65" y="3041077"/>
            <a:ext cx="152400" cy="1524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C3ACDC61-1596-3A05-D8CD-D9667BE5A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65" y="3307777"/>
            <a:ext cx="152400" cy="1524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4DA5494A-CF4E-C5E4-7148-649DDCEBF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515" y="1593277"/>
            <a:ext cx="3606850" cy="23622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6C2D6D3C-6E12-C192-BF74-E0C5AD1E9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9015" y="1783777"/>
            <a:ext cx="457200" cy="4572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54860BF5-DD45-F3F5-15BA-9CA242F42D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3315" y="1859977"/>
            <a:ext cx="228600" cy="30480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6305B1CA-669E-D893-83A1-3C0B165D7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015" y="3041077"/>
            <a:ext cx="152400" cy="1524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02C21B1B-DDF3-F14B-05C7-837EFAFCE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015" y="3307777"/>
            <a:ext cx="152400" cy="1524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6DEA3212-EB45-43E8-11BA-750FDEB018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015" y="3574477"/>
            <a:ext cx="152400" cy="1524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7E8FA30F-5A11-D1EE-4146-CC2B26D7EB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0164" y="1593277"/>
            <a:ext cx="3606850" cy="23622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95B46397-9B61-E3D6-824B-03BC319920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0664" y="1783777"/>
            <a:ext cx="457200" cy="457200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2A4C3F51-A225-52F2-B263-70671A56C5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4964" y="1859977"/>
            <a:ext cx="228600" cy="3048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BB531E3A-D52A-47B0-796A-1668F5845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664" y="3041077"/>
            <a:ext cx="152400" cy="1524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815C2ACA-0078-3037-755B-7E5A3DBC0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664" y="3307777"/>
            <a:ext cx="152400" cy="1524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1D99E693-15D2-074A-2DEB-A3EFB627D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664" y="3574477"/>
            <a:ext cx="152400" cy="1524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9370C017-96AE-EEC1-7AAC-0E039FF98F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6865" y="4184077"/>
            <a:ext cx="11430000" cy="19050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523B2A64-B49A-0D6B-BFC6-B4CD2963D10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7365" y="4403152"/>
            <a:ext cx="238125" cy="1905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0365F38B-D49C-44A5-7D9B-EE4F9A21B1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365" y="5441377"/>
            <a:ext cx="1797546" cy="457200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F78D8B99-40D5-A61C-AFF9-0D7E934B520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665" y="5593777"/>
            <a:ext cx="171450" cy="152400"/>
          </a:xfrm>
          <a:prstGeom prst="rect">
            <a:avLst/>
          </a:prstGeom>
        </p:spPr>
      </p:pic>
      <p:pic>
        <p:nvPicPr>
          <p:cNvPr id="29" name="Image 24" descr="preencoded.png">
            <a:extLst>
              <a:ext uri="{FF2B5EF4-FFF2-40B4-BE49-F238E27FC236}">
                <a16:creationId xmlns:a16="http://schemas.microsoft.com/office/drawing/2014/main" id="{EDF8C7C5-63D4-1448-4D62-E9AA45E57A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7311" y="5631877"/>
            <a:ext cx="914400" cy="76200"/>
          </a:xfrm>
          <a:prstGeom prst="rect">
            <a:avLst/>
          </a:prstGeom>
        </p:spPr>
      </p:pic>
      <p:pic>
        <p:nvPicPr>
          <p:cNvPr id="30" name="Image 25" descr="preencoded.png">
            <a:extLst>
              <a:ext uri="{FF2B5EF4-FFF2-40B4-BE49-F238E27FC236}">
                <a16:creationId xmlns:a16="http://schemas.microsoft.com/office/drawing/2014/main" id="{3EBC4DDF-4E24-D81B-862B-7C2DB36859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44111" y="5441377"/>
            <a:ext cx="1638746" cy="457200"/>
          </a:xfrm>
          <a:prstGeom prst="rect">
            <a:avLst/>
          </a:prstGeom>
        </p:spPr>
      </p:pic>
      <p:pic>
        <p:nvPicPr>
          <p:cNvPr id="31" name="Image 26" descr="preencoded.png">
            <a:extLst>
              <a:ext uri="{FF2B5EF4-FFF2-40B4-BE49-F238E27FC236}">
                <a16:creationId xmlns:a16="http://schemas.microsoft.com/office/drawing/2014/main" id="{D5AA1BB6-8C47-54FB-0C71-6B1EE4158F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58411" y="5593777"/>
            <a:ext cx="190500" cy="152400"/>
          </a:xfrm>
          <a:prstGeom prst="rect">
            <a:avLst/>
          </a:prstGeom>
        </p:spPr>
      </p:pic>
      <p:pic>
        <p:nvPicPr>
          <p:cNvPr id="32" name="Image 27" descr="preencoded.png">
            <a:extLst>
              <a:ext uri="{FF2B5EF4-FFF2-40B4-BE49-F238E27FC236}">
                <a16:creationId xmlns:a16="http://schemas.microsoft.com/office/drawing/2014/main" id="{AD93CA54-A94D-C452-3B8D-9B701A2A35B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1865" y="4431727"/>
            <a:ext cx="5524500" cy="1409700"/>
          </a:xfrm>
          <a:prstGeom prst="rect">
            <a:avLst/>
          </a:prstGeom>
        </p:spPr>
      </p:pic>
      <p:pic>
        <p:nvPicPr>
          <p:cNvPr id="33" name="Image 28" descr="preencoded.png">
            <a:extLst>
              <a:ext uri="{FF2B5EF4-FFF2-40B4-BE49-F238E27FC236}">
                <a16:creationId xmlns:a16="http://schemas.microsoft.com/office/drawing/2014/main" id="{F15EA000-7924-7075-BF57-594C11E6E2C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0465" y="4460302"/>
            <a:ext cx="219075" cy="190500"/>
          </a:xfrm>
          <a:prstGeom prst="rect">
            <a:avLst/>
          </a:prstGeom>
        </p:spPr>
      </p:pic>
      <p:pic>
        <p:nvPicPr>
          <p:cNvPr id="34" name="Image 29" descr="preencoded.png">
            <a:extLst>
              <a:ext uri="{FF2B5EF4-FFF2-40B4-BE49-F238E27FC236}">
                <a16:creationId xmlns:a16="http://schemas.microsoft.com/office/drawing/2014/main" id="{A27465FA-C0D6-D865-249B-06A54083D12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80465" y="4812727"/>
            <a:ext cx="304800" cy="304800"/>
          </a:xfrm>
          <a:prstGeom prst="rect">
            <a:avLst/>
          </a:prstGeom>
        </p:spPr>
      </p:pic>
      <p:pic>
        <p:nvPicPr>
          <p:cNvPr id="35" name="Image 30" descr="preencoded.png">
            <a:extLst>
              <a:ext uri="{FF2B5EF4-FFF2-40B4-BE49-F238E27FC236}">
                <a16:creationId xmlns:a16="http://schemas.microsoft.com/office/drawing/2014/main" id="{4F168422-FF67-C93D-72C3-86208F74940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6665" y="4888927"/>
            <a:ext cx="152400" cy="152400"/>
          </a:xfrm>
          <a:prstGeom prst="rect">
            <a:avLst/>
          </a:prstGeom>
        </p:spPr>
      </p:pic>
      <p:pic>
        <p:nvPicPr>
          <p:cNvPr id="36" name="Image 31" descr="preencoded.png">
            <a:extLst>
              <a:ext uri="{FF2B5EF4-FFF2-40B4-BE49-F238E27FC236}">
                <a16:creationId xmlns:a16="http://schemas.microsoft.com/office/drawing/2014/main" id="{5995E358-231C-BADA-31C9-A9FE11B61C4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85565" y="4812727"/>
            <a:ext cx="304800" cy="304800"/>
          </a:xfrm>
          <a:prstGeom prst="rect">
            <a:avLst/>
          </a:prstGeom>
        </p:spPr>
      </p:pic>
      <p:pic>
        <p:nvPicPr>
          <p:cNvPr id="37" name="Image 32" descr="preencoded.png">
            <a:extLst>
              <a:ext uri="{FF2B5EF4-FFF2-40B4-BE49-F238E27FC236}">
                <a16:creationId xmlns:a16="http://schemas.microsoft.com/office/drawing/2014/main" id="{39C57D06-5617-6F6C-FB64-82004182A72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61765" y="4888927"/>
            <a:ext cx="152400" cy="152400"/>
          </a:xfrm>
          <a:prstGeom prst="rect">
            <a:avLst/>
          </a:prstGeom>
        </p:spPr>
      </p:pic>
      <p:pic>
        <p:nvPicPr>
          <p:cNvPr id="38" name="Image 33" descr="preencoded.png">
            <a:extLst>
              <a:ext uri="{FF2B5EF4-FFF2-40B4-BE49-F238E27FC236}">
                <a16:creationId xmlns:a16="http://schemas.microsoft.com/office/drawing/2014/main" id="{19423C2D-942B-9E7B-05B2-23E2B25C145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80465" y="5384227"/>
            <a:ext cx="304800" cy="304800"/>
          </a:xfrm>
          <a:prstGeom prst="rect">
            <a:avLst/>
          </a:prstGeom>
        </p:spPr>
      </p:pic>
      <p:pic>
        <p:nvPicPr>
          <p:cNvPr id="39" name="Image 34" descr="preencoded.png">
            <a:extLst>
              <a:ext uri="{FF2B5EF4-FFF2-40B4-BE49-F238E27FC236}">
                <a16:creationId xmlns:a16="http://schemas.microsoft.com/office/drawing/2014/main" id="{F3012881-D139-F511-CCAF-467314F691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47140" y="5460427"/>
            <a:ext cx="171450" cy="152400"/>
          </a:xfrm>
          <a:prstGeom prst="rect">
            <a:avLst/>
          </a:prstGeom>
        </p:spPr>
      </p:pic>
      <p:pic>
        <p:nvPicPr>
          <p:cNvPr id="40" name="Image 35" descr="preencoded.png">
            <a:extLst>
              <a:ext uri="{FF2B5EF4-FFF2-40B4-BE49-F238E27FC236}">
                <a16:creationId xmlns:a16="http://schemas.microsoft.com/office/drawing/2014/main" id="{60528D2B-475C-070C-7EF2-61B3766C66C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85565" y="5384227"/>
            <a:ext cx="304800" cy="304800"/>
          </a:xfrm>
          <a:prstGeom prst="rect">
            <a:avLst/>
          </a:prstGeom>
        </p:spPr>
      </p:pic>
      <p:pic>
        <p:nvPicPr>
          <p:cNvPr id="41" name="Image 36" descr="preencoded.png">
            <a:extLst>
              <a:ext uri="{FF2B5EF4-FFF2-40B4-BE49-F238E27FC236}">
                <a16:creationId xmlns:a16="http://schemas.microsoft.com/office/drawing/2014/main" id="{53FE02AA-B9A9-8635-194A-2D252F42E0B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52240" y="5460427"/>
            <a:ext cx="171450" cy="152400"/>
          </a:xfrm>
          <a:prstGeom prst="rect">
            <a:avLst/>
          </a:prstGeom>
        </p:spPr>
      </p:pic>
      <p:sp>
        <p:nvSpPr>
          <p:cNvPr id="42" name="Text 1">
            <a:extLst>
              <a:ext uri="{FF2B5EF4-FFF2-40B4-BE49-F238E27FC236}">
                <a16:creationId xmlns:a16="http://schemas.microsoft.com/office/drawing/2014/main" id="{361EA3F9-690F-CAD0-9C8B-63F4DE45BC72}"/>
              </a:ext>
            </a:extLst>
          </p:cNvPr>
          <p:cNvSpPr/>
          <p:nvPr/>
        </p:nvSpPr>
        <p:spPr>
          <a:xfrm>
            <a:off x="1298865" y="1859977"/>
            <a:ext cx="129551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Zone</a:t>
            </a:r>
            <a:endParaRPr lang="en-US" sz="1800" dirty="0"/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EFFA0A6D-7557-DC33-849B-CEE180C6B77E}"/>
              </a:ext>
            </a:extLst>
          </p:cNvPr>
          <p:cNvSpPr/>
          <p:nvPr/>
        </p:nvSpPr>
        <p:spPr>
          <a:xfrm>
            <a:off x="727365" y="2355277"/>
            <a:ext cx="38710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Daten im ursprünglichen Format</a:t>
            </a:r>
            <a:endParaRPr lang="en-US" sz="1350" dirty="0"/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A7E7AD70-795B-1A05-0849-A075DF25A259}"/>
              </a:ext>
            </a:extLst>
          </p:cNvPr>
          <p:cNvSpPr/>
          <p:nvPr/>
        </p:nvSpPr>
        <p:spPr>
          <a:xfrm>
            <a:off x="955965" y="2736277"/>
            <a:ext cx="34259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Sensordaten (Temperatur, Schwingungen)</a:t>
            </a:r>
            <a:endParaRPr lang="en-US" sz="12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F8394287-A7EC-ABAD-CAFC-C90258A7933A}"/>
              </a:ext>
            </a:extLst>
          </p:cNvPr>
          <p:cNvSpPr/>
          <p:nvPr/>
        </p:nvSpPr>
        <p:spPr>
          <a:xfrm>
            <a:off x="955965" y="3002977"/>
            <a:ext cx="25113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Instandhaltungsdaten aus SAP</a:t>
            </a:r>
            <a:endParaRPr lang="en-US" sz="12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5ABE3DD-F8AF-13EA-A9DC-EEF58EC7C001}"/>
              </a:ext>
            </a:extLst>
          </p:cNvPr>
          <p:cNvSpPr/>
          <p:nvPr/>
        </p:nvSpPr>
        <p:spPr>
          <a:xfrm>
            <a:off x="955965" y="3269677"/>
            <a:ext cx="31478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Daten (Wetter, Fahrplandaten)</a:t>
            </a:r>
            <a:endParaRPr lang="en-US" sz="12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2F96AA96-B2E6-69EB-18E1-03FF5005B9D9}"/>
              </a:ext>
            </a:extLst>
          </p:cNvPr>
          <p:cNvSpPr/>
          <p:nvPr/>
        </p:nvSpPr>
        <p:spPr>
          <a:xfrm>
            <a:off x="5210515" y="1859977"/>
            <a:ext cx="176807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Zone</a:t>
            </a:r>
            <a:endParaRPr lang="en-US" sz="18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18E7D810-AF5D-D8AF-0927-342089DE9AE5}"/>
              </a:ext>
            </a:extLst>
          </p:cNvPr>
          <p:cNvSpPr/>
          <p:nvPr/>
        </p:nvSpPr>
        <p:spPr>
          <a:xfrm>
            <a:off x="4639015" y="2355277"/>
            <a:ext cx="3225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Aufbereitung, Bereinigung und Anreicherung</a:t>
            </a:r>
            <a:endParaRPr lang="en-US" sz="13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635D2BF0-871D-8386-BCE7-EDAA9CF0286D}"/>
              </a:ext>
            </a:extLst>
          </p:cNvPr>
          <p:cNvSpPr/>
          <p:nvPr/>
        </p:nvSpPr>
        <p:spPr>
          <a:xfrm>
            <a:off x="4867615" y="3002977"/>
            <a:ext cx="29484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Unvollständige Sensordaten ergänzt</a:t>
            </a:r>
            <a:endParaRPr lang="en-US" sz="12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2C66B711-FD45-29A1-E3EF-2343625DEE51}"/>
              </a:ext>
            </a:extLst>
          </p:cNvPr>
          <p:cNvSpPr/>
          <p:nvPr/>
        </p:nvSpPr>
        <p:spPr>
          <a:xfrm>
            <a:off x="4867615" y="3269677"/>
            <a:ext cx="25110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Konsistente Basis für Analysen</a:t>
            </a:r>
            <a:endParaRPr lang="en-US" sz="120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CC15499F-F1CB-DBBF-4956-7670E2D58634}"/>
              </a:ext>
            </a:extLst>
          </p:cNvPr>
          <p:cNvSpPr/>
          <p:nvPr/>
        </p:nvSpPr>
        <p:spPr>
          <a:xfrm>
            <a:off x="4867615" y="3536377"/>
            <a:ext cx="34057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Kontextinformationen hinzugefügt</a:t>
            </a:r>
            <a:endParaRPr lang="en-US" sz="12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B6F62D61-1A0B-F8CD-8F4F-C140F892F03A}"/>
              </a:ext>
            </a:extLst>
          </p:cNvPr>
          <p:cNvSpPr/>
          <p:nvPr/>
        </p:nvSpPr>
        <p:spPr>
          <a:xfrm>
            <a:off x="9122164" y="1859977"/>
            <a:ext cx="249906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Zone</a:t>
            </a:r>
            <a:endParaRPr lang="en-US" sz="18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5CA8BEBD-28E4-5C90-D078-EB0D9FF54C9D}"/>
              </a:ext>
            </a:extLst>
          </p:cNvPr>
          <p:cNvSpPr/>
          <p:nvPr/>
        </p:nvSpPr>
        <p:spPr>
          <a:xfrm>
            <a:off x="8550664" y="2355277"/>
            <a:ext cx="32258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Nutzung für Dashboards und KI-Anwendungen</a:t>
            </a:r>
            <a:endParaRPr lang="en-US" sz="135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4E5979E3-A945-C78D-7F15-77AE612000DF}"/>
              </a:ext>
            </a:extLst>
          </p:cNvPr>
          <p:cNvSpPr/>
          <p:nvPr/>
        </p:nvSpPr>
        <p:spPr>
          <a:xfrm>
            <a:off x="8779264" y="3002977"/>
            <a:ext cx="2510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für operative Sicht</a:t>
            </a:r>
            <a:endParaRPr lang="en-US" sz="120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E8599891-557D-79F3-CFBC-693AE861DE7C}"/>
              </a:ext>
            </a:extLst>
          </p:cNvPr>
          <p:cNvSpPr/>
          <p:nvPr/>
        </p:nvSpPr>
        <p:spPr>
          <a:xfrm>
            <a:off x="8779264" y="3269677"/>
            <a:ext cx="28260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Analytische Modelle für Prognosen</a:t>
            </a:r>
            <a:endParaRPr lang="en-US" sz="1200" dirty="0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A55DFD09-8866-3BDB-AA14-678D2217691C}"/>
              </a:ext>
            </a:extLst>
          </p:cNvPr>
          <p:cNvSpPr/>
          <p:nvPr/>
        </p:nvSpPr>
        <p:spPr>
          <a:xfrm>
            <a:off x="8779264" y="3536377"/>
            <a:ext cx="33582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KI-Anwendungen für Wartungsprognosen</a:t>
            </a:r>
            <a:endParaRPr lang="en-US" sz="12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E13922ED-9574-5082-E815-E129226AD167}"/>
              </a:ext>
            </a:extLst>
          </p:cNvPr>
          <p:cNvSpPr/>
          <p:nvPr/>
        </p:nvSpPr>
        <p:spPr>
          <a:xfrm>
            <a:off x="1041690" y="4374577"/>
            <a:ext cx="662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Verbindung zwischen Produktion &amp; Service</a:t>
            </a:r>
            <a:endParaRPr lang="en-US" sz="150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134E8286-F756-1449-8558-D9F212889AD4}"/>
              </a:ext>
            </a:extLst>
          </p:cNvPr>
          <p:cNvSpPr/>
          <p:nvPr/>
        </p:nvSpPr>
        <p:spPr>
          <a:xfrm>
            <a:off x="727365" y="4755577"/>
            <a:ext cx="5524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Architektur bricht die Silos zwischen Produktion in Detroit und Service in Europa auf und schafft eine einheitliche Datenbasis.</a:t>
            </a:r>
            <a:endParaRPr lang="en-US" sz="135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13654123-95F9-0D8B-8773-5F6236572953}"/>
              </a:ext>
            </a:extLst>
          </p:cNvPr>
          <p:cNvSpPr/>
          <p:nvPr/>
        </p:nvSpPr>
        <p:spPr>
          <a:xfrm>
            <a:off x="1089315" y="5555677"/>
            <a:ext cx="15855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Detroit (Produktion)</a:t>
            </a:r>
            <a:endParaRPr lang="en-US" sz="12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CCCB449-E22F-A9A9-FF39-EE8571346286}"/>
              </a:ext>
            </a:extLst>
          </p:cNvPr>
          <p:cNvSpPr/>
          <p:nvPr/>
        </p:nvSpPr>
        <p:spPr>
          <a:xfrm>
            <a:off x="4125111" y="5555677"/>
            <a:ext cx="1372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(Service)</a:t>
            </a:r>
            <a:endParaRPr lang="en-US" sz="12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A7215C79-5E3C-C63F-F580-FF75EDECE1A6}"/>
              </a:ext>
            </a:extLst>
          </p:cNvPr>
          <p:cNvSpPr/>
          <p:nvPr/>
        </p:nvSpPr>
        <p:spPr>
          <a:xfrm>
            <a:off x="6775740" y="4431727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3DEC1EA3-A665-5810-E386-FBADF6E605B4}"/>
              </a:ext>
            </a:extLst>
          </p:cNvPr>
          <p:cNvSpPr/>
          <p:nvPr/>
        </p:nvSpPr>
        <p:spPr>
          <a:xfrm>
            <a:off x="6861465" y="4812727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Revisionssicherheit der Rohdaten</a:t>
            </a:r>
            <a:endParaRPr lang="en-US" sz="1200" dirty="0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BFFE9954-F1E6-9272-EC18-59E1B7F33555}"/>
              </a:ext>
            </a:extLst>
          </p:cNvPr>
          <p:cNvSpPr/>
          <p:nvPr/>
        </p:nvSpPr>
        <p:spPr>
          <a:xfrm>
            <a:off x="9566565" y="4812727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Unterstützung von KI-Innovationen</a:t>
            </a:r>
            <a:endParaRPr lang="en-US" sz="1200" dirty="0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9A1161F3-A11F-8849-BA88-9B123F7835D2}"/>
              </a:ext>
            </a:extLst>
          </p:cNvPr>
          <p:cNvSpPr/>
          <p:nvPr/>
        </p:nvSpPr>
        <p:spPr>
          <a:xfrm>
            <a:off x="6861465" y="5384227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silos between production &amp; service</a:t>
            </a:r>
            <a:endParaRPr lang="en-US" sz="1200" dirty="0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41890DF9-C5AF-F935-19EB-C55B07726CF1}"/>
              </a:ext>
            </a:extLst>
          </p:cNvPr>
          <p:cNvSpPr/>
          <p:nvPr/>
        </p:nvSpPr>
        <p:spPr>
          <a:xfrm>
            <a:off x="9566565" y="5384227"/>
            <a:ext cx="2209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Echtzeitverarbeitung von IoT-Daten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249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2AE19-3AB3-84AF-6AE6-49629A6C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Der Innovationsmotor – </a:t>
            </a:r>
            <a:r>
              <a:rPr lang="de-CH" dirty="0" err="1"/>
              <a:t>Predictive</a:t>
            </a:r>
            <a:r>
              <a:rPr lang="de-CH" dirty="0"/>
              <a:t> Maintenance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446ED2-9101-4756-0D2D-F6EEB11A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2B18A7-674B-CBD9-1E0B-5481097F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D565776-14EB-8132-7B11-4780E67196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4A73F004-D7D2-C645-8C34-29F52C911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27" y="1343503"/>
            <a:ext cx="5791200" cy="19431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8F23B9F3-D5A8-7138-48D0-4EC95D132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27" y="1514953"/>
            <a:ext cx="285750" cy="2286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049EE4B5-2DC4-318D-99AB-AC709230D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27" y="3439003"/>
            <a:ext cx="5791200" cy="9144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230136C8-DC96-0F0B-0F1C-5FD026CC8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27" y="3505678"/>
            <a:ext cx="190500" cy="1905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8F5FB2A0-E4DA-D437-1D61-6AA619AA6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327" y="4505803"/>
            <a:ext cx="5791200" cy="14859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20EE8ED2-A732-7E91-8BD6-011D7B6B95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727" y="4686778"/>
            <a:ext cx="190500" cy="1905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49375C1D-8166-4139-5509-AE3679899D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727" y="5001103"/>
            <a:ext cx="2705100" cy="3810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8F220905-5AEC-025F-D992-C70EB4E203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927" y="5115403"/>
            <a:ext cx="152400" cy="1524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17C50C05-9E97-0FC6-FB47-54B43C371F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027" y="5001103"/>
            <a:ext cx="2705100" cy="38100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7C09BDBF-8B3C-9A7D-BE17-F6D09E92CF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0227" y="5115403"/>
            <a:ext cx="152400" cy="1524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2380D299-E036-2ED7-0933-291CE8E0A2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727" y="5458303"/>
            <a:ext cx="2705100" cy="3810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D72C0011-74E0-F465-9F3E-5D98E979DC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927" y="5572603"/>
            <a:ext cx="152400" cy="1524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4A77BF6E-8B9F-497B-A68A-51367BAA43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027" y="5458303"/>
            <a:ext cx="2705100" cy="3810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281C468D-E991-6750-ABED-7CC191C934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0227" y="5572603"/>
            <a:ext cx="133350" cy="1524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C583ED97-21DC-13B4-2CE9-A4343DAC64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6327" y="1514953"/>
            <a:ext cx="285750" cy="2286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5B4D42CE-DB22-941E-4407-D98EA3A319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2125" y="1857095"/>
            <a:ext cx="2266950" cy="13716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B3E46FBE-CC3F-A530-B0FC-CE7B9F1C3B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6340" y="1921542"/>
            <a:ext cx="1686967" cy="2667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0E6828F1-8DC2-082B-AD2D-5086A2890C9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6327" y="3667603"/>
            <a:ext cx="5486400" cy="3810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69757611-D7D0-DEFB-ED07-5CA880B86FC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9327" y="3762853"/>
            <a:ext cx="19050" cy="1905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23B7B5E5-19AF-5E5B-5681-E4243F3036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70077" y="3762853"/>
            <a:ext cx="19050" cy="190500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FD399CD4-369F-62E2-C99B-EAB20254BB41}"/>
              </a:ext>
            </a:extLst>
          </p:cNvPr>
          <p:cNvSpPr/>
          <p:nvPr/>
        </p:nvSpPr>
        <p:spPr>
          <a:xfrm>
            <a:off x="1054677" y="1495903"/>
            <a:ext cx="5486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Achslager als sicherheitsrelevante Komponente</a:t>
            </a:r>
            <a:endParaRPr lang="en-US" sz="18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10EC8115-8071-4CFA-86DA-79A29C1BD97D}"/>
              </a:ext>
            </a:extLst>
          </p:cNvPr>
          <p:cNvSpPr/>
          <p:nvPr/>
        </p:nvSpPr>
        <p:spPr>
          <a:xfrm>
            <a:off x="730827" y="2181703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Achslager sind </a:t>
            </a:r>
            <a:r>
              <a:rPr lang="en-US" sz="13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sicherheitskritische</a:t>
            </a: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Komponenten</a:t>
            </a:r>
            <a:endParaRPr lang="en-US" sz="135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7CC2B35D-3DF8-FBB6-5263-7190D667956A}"/>
              </a:ext>
            </a:extLst>
          </p:cNvPr>
          <p:cNvSpPr/>
          <p:nvPr/>
        </p:nvSpPr>
        <p:spPr>
          <a:xfrm>
            <a:off x="730827" y="2524603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Ausfall kann </a:t>
            </a:r>
            <a:r>
              <a:rPr lang="en-US" sz="13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Blockaden oder Entgleisungen</a:t>
            </a: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verursachen</a:t>
            </a:r>
            <a:endParaRPr lang="en-US" sz="135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D84518B5-CF20-C3CE-2C35-13E71148F1B7}"/>
              </a:ext>
            </a:extLst>
          </p:cNvPr>
          <p:cNvSpPr/>
          <p:nvPr/>
        </p:nvSpPr>
        <p:spPr>
          <a:xfrm>
            <a:off x="730827" y="2867503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railTRACK geht einen </a:t>
            </a:r>
            <a:r>
              <a:rPr lang="en-US" sz="135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proaktiven Weg</a:t>
            </a: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zur Früherkennung</a:t>
            </a:r>
            <a:endParaRPr lang="en-US" sz="135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3ED15951-A616-3F7C-57BB-0FC70956DE5F}"/>
              </a:ext>
            </a:extLst>
          </p:cNvPr>
          <p:cNvSpPr/>
          <p:nvPr/>
        </p:nvSpPr>
        <p:spPr>
          <a:xfrm>
            <a:off x="959427" y="3477103"/>
            <a:ext cx="563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Wartung</a:t>
            </a:r>
            <a:endParaRPr lang="en-US" sz="15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4CAD6146-A9CE-D9FC-8D5F-2F42EA9FD94F}"/>
              </a:ext>
            </a:extLst>
          </p:cNvPr>
          <p:cNvSpPr/>
          <p:nvPr/>
        </p:nvSpPr>
        <p:spPr>
          <a:xfrm>
            <a:off x="692727" y="3781903"/>
            <a:ext cx="5638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Wartungsmassnahmen</a:t>
            </a: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werden frühzeitig geplant und priorisiert, bevor es zu Ausfällen kommt.</a:t>
            </a:r>
            <a:endParaRPr lang="en-US" sz="13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E22034D-1E5B-B792-D251-D96BA99E7423}"/>
              </a:ext>
            </a:extLst>
          </p:cNvPr>
          <p:cNvSpPr/>
          <p:nvPr/>
        </p:nvSpPr>
        <p:spPr>
          <a:xfrm>
            <a:off x="959427" y="4658203"/>
            <a:ext cx="6583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Sicherheits- und Wirtschaftlichkeitseffekte</a:t>
            </a:r>
            <a:endParaRPr lang="en-US" sz="15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B0AD1D5F-BB92-66AA-7CDE-195F25E6ECDF}"/>
              </a:ext>
            </a:extLst>
          </p:cNvPr>
          <p:cNvSpPr/>
          <p:nvPr/>
        </p:nvSpPr>
        <p:spPr>
          <a:xfrm>
            <a:off x="997527" y="5077303"/>
            <a:ext cx="15046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Erhöhte Sicherheit</a:t>
            </a:r>
            <a:endParaRPr lang="en-US" sz="12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2A7631CB-DF57-8B2A-F1F4-4B34A79E1475}"/>
              </a:ext>
            </a:extLst>
          </p:cNvPr>
          <p:cNvSpPr/>
          <p:nvPr/>
        </p:nvSpPr>
        <p:spPr>
          <a:xfrm>
            <a:off x="3778827" y="5077303"/>
            <a:ext cx="1677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Kosteneinsparungen</a:t>
            </a:r>
            <a:endParaRPr lang="en-US" sz="12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16BDFA-C1DA-CC05-8382-2E5F0E2DDCFA}"/>
              </a:ext>
            </a:extLst>
          </p:cNvPr>
          <p:cNvSpPr/>
          <p:nvPr/>
        </p:nvSpPr>
        <p:spPr>
          <a:xfrm>
            <a:off x="997527" y="5534503"/>
            <a:ext cx="20540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Verlängerte Lebensdauer</a:t>
            </a:r>
            <a:endParaRPr lang="en-US" sz="12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5E1FEB43-D4AA-7243-B862-BB2C36B96D4E}"/>
              </a:ext>
            </a:extLst>
          </p:cNvPr>
          <p:cNvSpPr/>
          <p:nvPr/>
        </p:nvSpPr>
        <p:spPr>
          <a:xfrm>
            <a:off x="3759777" y="5534503"/>
            <a:ext cx="28057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Minimierung von Unterbrechungen</a:t>
            </a:r>
            <a:endParaRPr lang="en-US" sz="12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C4F53690-409F-6A62-8E61-59A3AAE5F8DE}"/>
              </a:ext>
            </a:extLst>
          </p:cNvPr>
          <p:cNvSpPr/>
          <p:nvPr/>
        </p:nvSpPr>
        <p:spPr>
          <a:xfrm>
            <a:off x="8412442" y="1974295"/>
            <a:ext cx="2024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Achslager- und Radachse</a:t>
            </a:r>
            <a:endParaRPr lang="en-US" sz="105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E72FF040-E512-0EEB-7B9F-001FB1420684}"/>
              </a:ext>
            </a:extLst>
          </p:cNvPr>
          <p:cNvSpPr/>
          <p:nvPr/>
        </p:nvSpPr>
        <p:spPr>
          <a:xfrm>
            <a:off x="6636327" y="4086703"/>
            <a:ext cx="12096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Normaler Betrieb</a:t>
            </a:r>
            <a:endParaRPr lang="en-US" sz="105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AAF332B1-3EDD-79E3-8A36-4DD3F0582020}"/>
              </a:ext>
            </a:extLst>
          </p:cNvPr>
          <p:cNvSpPr/>
          <p:nvPr/>
        </p:nvSpPr>
        <p:spPr>
          <a:xfrm>
            <a:off x="8860563" y="4086703"/>
            <a:ext cx="12453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 erkannt</a:t>
            </a:r>
            <a:endParaRPr lang="en-US" sz="105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D072BE8-1AF6-4011-83E7-638520AA71FD}"/>
              </a:ext>
            </a:extLst>
          </p:cNvPr>
          <p:cNvSpPr/>
          <p:nvPr/>
        </p:nvSpPr>
        <p:spPr>
          <a:xfrm>
            <a:off x="11114565" y="4086703"/>
            <a:ext cx="12096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Normaler Betrieb</a:t>
            </a:r>
            <a:endParaRPr lang="en-US" sz="1050" dirty="0"/>
          </a:p>
        </p:txBody>
      </p:sp>
      <p:pic>
        <p:nvPicPr>
          <p:cNvPr id="45" name="Image 23" descr="preencoded.png">
            <a:extLst>
              <a:ext uri="{FF2B5EF4-FFF2-40B4-BE49-F238E27FC236}">
                <a16:creationId xmlns:a16="http://schemas.microsoft.com/office/drawing/2014/main" id="{82F63360-9BF6-0AFB-58D6-9D35EFA3231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5485" y="4567912"/>
            <a:ext cx="5486400" cy="1295400"/>
          </a:xfrm>
          <a:prstGeom prst="rect">
            <a:avLst/>
          </a:prstGeom>
        </p:spPr>
      </p:pic>
      <p:sp>
        <p:nvSpPr>
          <p:cNvPr id="46" name="Text 18">
            <a:extLst>
              <a:ext uri="{FF2B5EF4-FFF2-40B4-BE49-F238E27FC236}">
                <a16:creationId xmlns:a16="http://schemas.microsoft.com/office/drawing/2014/main" id="{61735530-0BEC-6EB5-38C1-A1670F6D4362}"/>
              </a:ext>
            </a:extLst>
          </p:cNvPr>
          <p:cNvSpPr/>
          <p:nvPr/>
        </p:nvSpPr>
        <p:spPr>
          <a:xfrm>
            <a:off x="6679785" y="4682212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Umsetzung</a:t>
            </a:r>
            <a:endParaRPr lang="en-US" sz="135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72E88126-6587-4E50-C53E-56BE8258E293}"/>
              </a:ext>
            </a:extLst>
          </p:cNvPr>
          <p:cNvSpPr/>
          <p:nvPr/>
        </p:nvSpPr>
        <p:spPr>
          <a:xfrm>
            <a:off x="6717885" y="4987012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Spektrale Kurtosis zur Signalverarbeitung</a:t>
            </a:r>
            <a:endParaRPr lang="en-US" sz="12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7FECFF43-BCA7-B1BF-107C-09F0566DFFF2}"/>
              </a:ext>
            </a:extLst>
          </p:cNvPr>
          <p:cNvSpPr/>
          <p:nvPr/>
        </p:nvSpPr>
        <p:spPr>
          <a:xfrm>
            <a:off x="6717885" y="5253712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 impulsartiger Ereignisse</a:t>
            </a:r>
            <a:endParaRPr lang="en-US" sz="12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0B722E7A-E087-770E-6A4D-5A331B16B410}"/>
              </a:ext>
            </a:extLst>
          </p:cNvPr>
          <p:cNvSpPr/>
          <p:nvPr/>
        </p:nvSpPr>
        <p:spPr>
          <a:xfrm>
            <a:off x="6717885" y="5520412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Früherkennung von Lagerschäden (Stadium I)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916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4FAC3-BE30-1CFA-D360-DA621168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KI-Initiative – Von reaktiv zu proaktiv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FCF15C-DA14-EA45-9C3C-FC9A7883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DF6F2A-AF59-0B1D-BF62-6692E521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45EF68-05DB-5462-A7F6-95703A62F90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D614E7B2-228D-B644-86D5-40356D33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77" y="1522273"/>
            <a:ext cx="228600" cy="2286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54FE350A-D3EA-8B99-1303-31482B91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77" y="1922323"/>
            <a:ext cx="2762250" cy="24384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D8CCDD29-3838-2A5A-7EB6-BCC8E29F7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602" y="2074723"/>
            <a:ext cx="533400" cy="5334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B63679D8-DFA1-BF1B-DB0E-85F3BB47A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427" y="2189023"/>
            <a:ext cx="285750" cy="3048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3C5E461D-F053-5618-A791-2E3D110D2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77" y="3027223"/>
            <a:ext cx="152400" cy="1524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B0D06331-6FDF-4357-148E-B7C43C044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77" y="3293923"/>
            <a:ext cx="152400" cy="1524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CA976C44-ADA4-23F0-90D4-9706E7225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77" y="3789223"/>
            <a:ext cx="152400" cy="1524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93EF3562-3008-2272-7933-461BAFD5B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7827" y="1922323"/>
            <a:ext cx="2762250" cy="24384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B8145448-6D60-9BDF-66B8-F09348E41C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252" y="2074723"/>
            <a:ext cx="533400" cy="53340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70302735-E105-9616-609C-E464229309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4652" y="2189023"/>
            <a:ext cx="228600" cy="3048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B215AA03-C0EB-86B4-427F-72AD0D37A0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0227" y="3027223"/>
            <a:ext cx="152400" cy="1524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67112DE3-A146-094F-3BD6-555042CCC9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0227" y="3293923"/>
            <a:ext cx="152400" cy="1524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191FCA6E-2FCA-FB71-111A-76A16900E7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0227" y="3789223"/>
            <a:ext cx="152400" cy="1524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C24DD0BA-7774-E711-C9E7-C3CCEDDA0F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177" y="4513123"/>
            <a:ext cx="5676900" cy="1409700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87CB8538-8030-1C64-FAF0-5CD13071C6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577" y="4694098"/>
            <a:ext cx="219075" cy="1905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7868618A-BD3E-466C-13E4-5E8269022C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577" y="5008423"/>
            <a:ext cx="2647950" cy="3429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47F197DB-315B-8E56-5015-47A7C996B6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1777" y="5122723"/>
            <a:ext cx="152400" cy="1524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AE7B53F8-7B76-C712-EC08-757362443A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9727" y="5008423"/>
            <a:ext cx="2647950" cy="3429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B4E68C23-A6E9-D52B-7B80-733165E8F83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5927" y="5122723"/>
            <a:ext cx="152400" cy="1524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658BFD80-0B3C-2696-7359-653DED58F5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577" y="5427523"/>
            <a:ext cx="2647950" cy="3429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F6A01387-A7E8-E3DC-CD4E-3032181B53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777" y="5541823"/>
            <a:ext cx="152400" cy="152400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2C6683E5-5EBF-162A-C8C7-37AE5A1AA6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9727" y="5427523"/>
            <a:ext cx="2647950" cy="342900"/>
          </a:xfrm>
          <a:prstGeom prst="rect">
            <a:avLst/>
          </a:prstGeom>
        </p:spPr>
      </p:pic>
      <p:pic>
        <p:nvPicPr>
          <p:cNvPr id="29" name="Image 24" descr="preencoded.png">
            <a:extLst>
              <a:ext uri="{FF2B5EF4-FFF2-40B4-BE49-F238E27FC236}">
                <a16:creationId xmlns:a16="http://schemas.microsoft.com/office/drawing/2014/main" id="{C1FD0037-DBB6-7452-C9B3-4C58CEB847F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45927" y="5541823"/>
            <a:ext cx="152400" cy="152400"/>
          </a:xfrm>
          <a:prstGeom prst="rect">
            <a:avLst/>
          </a:prstGeom>
        </p:spPr>
      </p:pic>
      <p:pic>
        <p:nvPicPr>
          <p:cNvPr id="31" name="Image 26" descr="preencoded.png">
            <a:extLst>
              <a:ext uri="{FF2B5EF4-FFF2-40B4-BE49-F238E27FC236}">
                <a16:creationId xmlns:a16="http://schemas.microsoft.com/office/drawing/2014/main" id="{0FD4DBB7-0036-D815-3F27-0D6ED8564D0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1077" y="1684198"/>
            <a:ext cx="219075" cy="190500"/>
          </a:xfrm>
          <a:prstGeom prst="rect">
            <a:avLst/>
          </a:prstGeom>
        </p:spPr>
      </p:pic>
      <p:pic>
        <p:nvPicPr>
          <p:cNvPr id="32" name="Image 27" descr="preencoded.png">
            <a:extLst>
              <a:ext uri="{FF2B5EF4-FFF2-40B4-BE49-F238E27FC236}">
                <a16:creationId xmlns:a16="http://schemas.microsoft.com/office/drawing/2014/main" id="{BE0745D2-3168-4748-F6D8-D72C1B1802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1077" y="2036623"/>
            <a:ext cx="4911257" cy="1828800"/>
          </a:xfrm>
          <a:prstGeom prst="rect">
            <a:avLst/>
          </a:prstGeom>
        </p:spPr>
      </p:pic>
      <p:pic>
        <p:nvPicPr>
          <p:cNvPr id="33" name="Image 28" descr="preencoded.png">
            <a:extLst>
              <a:ext uri="{FF2B5EF4-FFF2-40B4-BE49-F238E27FC236}">
                <a16:creationId xmlns:a16="http://schemas.microsoft.com/office/drawing/2014/main" id="{F3B544F7-AA67-E879-9A19-EA832D8639E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1077" y="2036623"/>
            <a:ext cx="4897752" cy="1828800"/>
          </a:xfrm>
          <a:prstGeom prst="rect">
            <a:avLst/>
          </a:prstGeom>
        </p:spPr>
      </p:pic>
      <p:pic>
        <p:nvPicPr>
          <p:cNvPr id="34" name="Image 29" descr="preencoded.png">
            <a:extLst>
              <a:ext uri="{FF2B5EF4-FFF2-40B4-BE49-F238E27FC236}">
                <a16:creationId xmlns:a16="http://schemas.microsoft.com/office/drawing/2014/main" id="{121DFB7A-2470-D127-1955-CE36F8FBDCF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1077" y="4017823"/>
            <a:ext cx="219075" cy="171450"/>
          </a:xfrm>
          <a:prstGeom prst="rect">
            <a:avLst/>
          </a:prstGeom>
        </p:spPr>
      </p:pic>
      <p:pic>
        <p:nvPicPr>
          <p:cNvPr id="35" name="Image 30" descr="preencoded.png">
            <a:extLst>
              <a:ext uri="{FF2B5EF4-FFF2-40B4-BE49-F238E27FC236}">
                <a16:creationId xmlns:a16="http://schemas.microsoft.com/office/drawing/2014/main" id="{C97718D9-B99F-8260-40F2-55E9DAF186D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1077" y="4322623"/>
            <a:ext cx="2647950" cy="609600"/>
          </a:xfrm>
          <a:prstGeom prst="rect">
            <a:avLst/>
          </a:prstGeom>
        </p:spPr>
      </p:pic>
      <p:pic>
        <p:nvPicPr>
          <p:cNvPr id="36" name="Image 31" descr="preencoded.png">
            <a:extLst>
              <a:ext uri="{FF2B5EF4-FFF2-40B4-BE49-F238E27FC236}">
                <a16:creationId xmlns:a16="http://schemas.microsoft.com/office/drawing/2014/main" id="{E063B256-F475-CBA9-83C9-9542E654DBD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40144" y="4322623"/>
            <a:ext cx="2647950" cy="609600"/>
          </a:xfrm>
          <a:prstGeom prst="rect">
            <a:avLst/>
          </a:prstGeom>
        </p:spPr>
      </p:pic>
      <p:pic>
        <p:nvPicPr>
          <p:cNvPr id="37" name="Image 32" descr="preencoded.png">
            <a:extLst>
              <a:ext uri="{FF2B5EF4-FFF2-40B4-BE49-F238E27FC236}">
                <a16:creationId xmlns:a16="http://schemas.microsoft.com/office/drawing/2014/main" id="{A9F4D8C4-0D9A-6BFE-D3EE-C46023D0BDB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2799" y="5046523"/>
            <a:ext cx="381000" cy="381000"/>
          </a:xfrm>
          <a:prstGeom prst="rect">
            <a:avLst/>
          </a:prstGeom>
        </p:spPr>
      </p:pic>
      <p:pic>
        <p:nvPicPr>
          <p:cNvPr id="38" name="Image 33" descr="preencoded.png">
            <a:extLst>
              <a:ext uri="{FF2B5EF4-FFF2-40B4-BE49-F238E27FC236}">
                <a16:creationId xmlns:a16="http://schemas.microsoft.com/office/drawing/2014/main" id="{7242AB36-EC23-FC8C-437E-B342F083C07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6624" y="5160823"/>
            <a:ext cx="133350" cy="152400"/>
          </a:xfrm>
          <a:prstGeom prst="rect">
            <a:avLst/>
          </a:prstGeom>
        </p:spPr>
      </p:pic>
      <p:pic>
        <p:nvPicPr>
          <p:cNvPr id="39" name="Image 34" descr="preencoded.png">
            <a:extLst>
              <a:ext uri="{FF2B5EF4-FFF2-40B4-BE49-F238E27FC236}">
                <a16:creationId xmlns:a16="http://schemas.microsoft.com/office/drawing/2014/main" id="{261CBD77-BBA9-9AB9-6DC1-21B9B47ADA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15521" y="5313223"/>
            <a:ext cx="104775" cy="152400"/>
          </a:xfrm>
          <a:prstGeom prst="rect">
            <a:avLst/>
          </a:prstGeom>
        </p:spPr>
      </p:pic>
      <p:pic>
        <p:nvPicPr>
          <p:cNvPr id="40" name="Image 35" descr="preencoded.png">
            <a:extLst>
              <a:ext uri="{FF2B5EF4-FFF2-40B4-BE49-F238E27FC236}">
                <a16:creationId xmlns:a16="http://schemas.microsoft.com/office/drawing/2014/main" id="{B7E84002-FF2B-6F0F-2448-BFB4AE6DA2A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62018" y="5046523"/>
            <a:ext cx="381000" cy="381000"/>
          </a:xfrm>
          <a:prstGeom prst="rect">
            <a:avLst/>
          </a:prstGeom>
        </p:spPr>
      </p:pic>
      <p:pic>
        <p:nvPicPr>
          <p:cNvPr id="41" name="Image 36" descr="preencoded.png">
            <a:extLst>
              <a:ext uri="{FF2B5EF4-FFF2-40B4-BE49-F238E27FC236}">
                <a16:creationId xmlns:a16="http://schemas.microsoft.com/office/drawing/2014/main" id="{2ADABC05-AF41-D18B-83E3-93E0456C91C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76318" y="5160823"/>
            <a:ext cx="152400" cy="152400"/>
          </a:xfrm>
          <a:prstGeom prst="rect">
            <a:avLst/>
          </a:prstGeom>
        </p:spPr>
      </p:pic>
      <p:pic>
        <p:nvPicPr>
          <p:cNvPr id="42" name="Image 37" descr="preencoded.png">
            <a:extLst>
              <a:ext uri="{FF2B5EF4-FFF2-40B4-BE49-F238E27FC236}">
                <a16:creationId xmlns:a16="http://schemas.microsoft.com/office/drawing/2014/main" id="{24D82DFA-2DB0-E604-C2B3-6C16A53DC73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84740" y="5313223"/>
            <a:ext cx="104775" cy="152400"/>
          </a:xfrm>
          <a:prstGeom prst="rect">
            <a:avLst/>
          </a:prstGeom>
        </p:spPr>
      </p:pic>
      <p:pic>
        <p:nvPicPr>
          <p:cNvPr id="43" name="Image 38" descr="preencoded.png">
            <a:extLst>
              <a:ext uri="{FF2B5EF4-FFF2-40B4-BE49-F238E27FC236}">
                <a16:creationId xmlns:a16="http://schemas.microsoft.com/office/drawing/2014/main" id="{AB290CBC-3842-04DA-D61A-B817C9C375D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31236" y="5046523"/>
            <a:ext cx="381000" cy="381000"/>
          </a:xfrm>
          <a:prstGeom prst="rect">
            <a:avLst/>
          </a:prstGeom>
        </p:spPr>
      </p:pic>
      <p:pic>
        <p:nvPicPr>
          <p:cNvPr id="44" name="Image 39" descr="preencoded.png">
            <a:extLst>
              <a:ext uri="{FF2B5EF4-FFF2-40B4-BE49-F238E27FC236}">
                <a16:creationId xmlns:a16="http://schemas.microsoft.com/office/drawing/2014/main" id="{C6F7673C-8819-DC57-0A85-DAD4516F51E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45536" y="5160823"/>
            <a:ext cx="152400" cy="152400"/>
          </a:xfrm>
          <a:prstGeom prst="rect">
            <a:avLst/>
          </a:prstGeom>
        </p:spPr>
      </p:pic>
      <p:pic>
        <p:nvPicPr>
          <p:cNvPr id="45" name="Image 40" descr="preencoded.png">
            <a:extLst>
              <a:ext uri="{FF2B5EF4-FFF2-40B4-BE49-F238E27FC236}">
                <a16:creationId xmlns:a16="http://schemas.microsoft.com/office/drawing/2014/main" id="{A451E4CB-D30F-7E08-3B9F-B7CD9E3B93D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53958" y="5313223"/>
            <a:ext cx="104775" cy="152400"/>
          </a:xfrm>
          <a:prstGeom prst="rect">
            <a:avLst/>
          </a:prstGeom>
        </p:spPr>
      </p:pic>
      <p:pic>
        <p:nvPicPr>
          <p:cNvPr id="46" name="Image 41" descr="preencoded.png">
            <a:extLst>
              <a:ext uri="{FF2B5EF4-FFF2-40B4-BE49-F238E27FC236}">
                <a16:creationId xmlns:a16="http://schemas.microsoft.com/office/drawing/2014/main" id="{6D7D10A3-5927-9C8D-A4E5-F95ABB6DBFC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400455" y="5046523"/>
            <a:ext cx="381000" cy="381000"/>
          </a:xfrm>
          <a:prstGeom prst="rect">
            <a:avLst/>
          </a:prstGeom>
        </p:spPr>
      </p:pic>
      <p:pic>
        <p:nvPicPr>
          <p:cNvPr id="47" name="Image 42" descr="preencoded.png">
            <a:extLst>
              <a:ext uri="{FF2B5EF4-FFF2-40B4-BE49-F238E27FC236}">
                <a16:creationId xmlns:a16="http://schemas.microsoft.com/office/drawing/2014/main" id="{1D66DEDD-D67E-84EA-877A-6634704F68D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533805" y="5160823"/>
            <a:ext cx="114300" cy="152400"/>
          </a:xfrm>
          <a:prstGeom prst="rect">
            <a:avLst/>
          </a:prstGeom>
        </p:spPr>
      </p:pic>
      <p:sp>
        <p:nvSpPr>
          <p:cNvPr id="48" name="Text 1">
            <a:extLst>
              <a:ext uri="{FF2B5EF4-FFF2-40B4-BE49-F238E27FC236}">
                <a16:creationId xmlns:a16="http://schemas.microsoft.com/office/drawing/2014/main" id="{2C6B83DC-30B4-947C-B947-63D31580DFEA}"/>
              </a:ext>
            </a:extLst>
          </p:cNvPr>
          <p:cNvSpPr/>
          <p:nvPr/>
        </p:nvSpPr>
        <p:spPr>
          <a:xfrm>
            <a:off x="1097977" y="1503223"/>
            <a:ext cx="6812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Reaktivität zu Proaktivität</a:t>
            </a:r>
            <a:endParaRPr lang="en-US" sz="1800" dirty="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E3B78A53-C10B-0AB8-C82F-B09DF0C56AC6}"/>
              </a:ext>
            </a:extLst>
          </p:cNvPr>
          <p:cNvSpPr/>
          <p:nvPr/>
        </p:nvSpPr>
        <p:spPr>
          <a:xfrm>
            <a:off x="699832" y="2646223"/>
            <a:ext cx="2948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Reaktive Systeme</a:t>
            </a:r>
            <a:endParaRPr lang="en-US" sz="15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A4F7FFB5-3638-127B-F86A-037ED99595EB}"/>
              </a:ext>
            </a:extLst>
          </p:cNvPr>
          <p:cNvSpPr/>
          <p:nvPr/>
        </p:nvSpPr>
        <p:spPr>
          <a:xfrm>
            <a:off x="1174177" y="2989123"/>
            <a:ext cx="17484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Regelbasierte Alarme</a:t>
            </a:r>
            <a:endParaRPr lang="en-US" sz="1200" dirty="0"/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3573B3BC-66F2-0ED1-AE43-520964F46472}"/>
              </a:ext>
            </a:extLst>
          </p:cNvPr>
          <p:cNvSpPr/>
          <p:nvPr/>
        </p:nvSpPr>
        <p:spPr>
          <a:xfrm>
            <a:off x="1174177" y="3255823"/>
            <a:ext cx="2228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vordefinierte Mustererkennung</a:t>
            </a:r>
            <a:endParaRPr lang="en-US" sz="120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3576D2E-A899-A27D-E561-B9F7F3F18F90}"/>
              </a:ext>
            </a:extLst>
          </p:cNvPr>
          <p:cNvSpPr/>
          <p:nvPr/>
        </p:nvSpPr>
        <p:spPr>
          <a:xfrm>
            <a:off x="1174177" y="3751123"/>
            <a:ext cx="23894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Begrenzte Anwendungsbreite</a:t>
            </a:r>
            <a:endParaRPr lang="en-US" sz="12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EF95869-B2C4-178C-DABC-9FD9C3CD3BF3}"/>
              </a:ext>
            </a:extLst>
          </p:cNvPr>
          <p:cNvSpPr/>
          <p:nvPr/>
        </p:nvSpPr>
        <p:spPr>
          <a:xfrm>
            <a:off x="3614482" y="2646223"/>
            <a:ext cx="2948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KI-gestützte Ansätze</a:t>
            </a:r>
            <a:endParaRPr lang="en-US" sz="1500" dirty="0"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F3A510E6-E01D-EA29-F22E-3F1EB119D1BD}"/>
              </a:ext>
            </a:extLst>
          </p:cNvPr>
          <p:cNvSpPr/>
          <p:nvPr/>
        </p:nvSpPr>
        <p:spPr>
          <a:xfrm>
            <a:off x="4088827" y="2989123"/>
            <a:ext cx="18807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44E517C4-4442-9B60-AE15-14BE9C24E85A}"/>
              </a:ext>
            </a:extLst>
          </p:cNvPr>
          <p:cNvSpPr/>
          <p:nvPr/>
        </p:nvSpPr>
        <p:spPr>
          <a:xfrm>
            <a:off x="4088827" y="3255823"/>
            <a:ext cx="2228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Identifizierung unbekannter Muster</a:t>
            </a:r>
            <a:endParaRPr lang="en-US" sz="1200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4DE0A806-4949-0734-6A1B-BFB1F363F695}"/>
              </a:ext>
            </a:extLst>
          </p:cNvPr>
          <p:cNvSpPr/>
          <p:nvPr/>
        </p:nvSpPr>
        <p:spPr>
          <a:xfrm>
            <a:off x="4088827" y="3751123"/>
            <a:ext cx="2228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Entscheidungsunterstützung</a:t>
            </a:r>
            <a:endParaRPr lang="en-US" sz="120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FA801605-D8E5-58EF-8F7A-21CCD5EBC254}"/>
              </a:ext>
            </a:extLst>
          </p:cNvPr>
          <p:cNvSpPr/>
          <p:nvPr/>
        </p:nvSpPr>
        <p:spPr>
          <a:xfrm>
            <a:off x="1240852" y="4665523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Vorteile der KI-Initiative</a:t>
            </a:r>
            <a:endParaRPr lang="en-US" sz="1500" dirty="0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C3C95C1A-13AD-FC5D-1167-E716079A7F7F}"/>
              </a:ext>
            </a:extLst>
          </p:cNvPr>
          <p:cNvSpPr/>
          <p:nvPr/>
        </p:nvSpPr>
        <p:spPr>
          <a:xfrm>
            <a:off x="1250377" y="5084623"/>
            <a:ext cx="20727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Früherkennung von Defekten</a:t>
            </a:r>
            <a:endParaRPr lang="en-US" sz="105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3EEA592C-34ED-211A-B84E-36C471CBE9B4}"/>
              </a:ext>
            </a:extLst>
          </p:cNvPr>
          <p:cNvSpPr/>
          <p:nvPr/>
        </p:nvSpPr>
        <p:spPr>
          <a:xfrm>
            <a:off x="3974527" y="5084623"/>
            <a:ext cx="261550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Datenbasierte Entscheidungsfindung</a:t>
            </a:r>
            <a:endParaRPr lang="en-US" sz="105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5C65A0E-2DF5-0995-DB33-10EA4307E088}"/>
              </a:ext>
            </a:extLst>
          </p:cNvPr>
          <p:cNvSpPr/>
          <p:nvPr/>
        </p:nvSpPr>
        <p:spPr>
          <a:xfrm>
            <a:off x="1250377" y="5503723"/>
            <a:ext cx="18354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Wartung planen</a:t>
            </a:r>
            <a:endParaRPr lang="en-US" sz="105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00AC32B4-A62B-AC81-23EB-EFD5A401B927}"/>
              </a:ext>
            </a:extLst>
          </p:cNvPr>
          <p:cNvSpPr/>
          <p:nvPr/>
        </p:nvSpPr>
        <p:spPr>
          <a:xfrm>
            <a:off x="3974527" y="5503723"/>
            <a:ext cx="24108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Kostenreduktion durch Prävention</a:t>
            </a:r>
            <a:endParaRPr lang="en-US" sz="105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17FA044A-6F01-AA97-F896-51AAC599D458}"/>
              </a:ext>
            </a:extLst>
          </p:cNvPr>
          <p:cNvSpPr/>
          <p:nvPr/>
        </p:nvSpPr>
        <p:spPr>
          <a:xfrm>
            <a:off x="7011269" y="1655623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NeuroRail Orchestrator</a:t>
            </a:r>
            <a:endParaRPr lang="en-US" sz="1500" dirty="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533F011C-5573-3F3C-4D95-59033B1FE0CE}"/>
              </a:ext>
            </a:extLst>
          </p:cNvPr>
          <p:cNvSpPr/>
          <p:nvPr/>
        </p:nvSpPr>
        <p:spPr>
          <a:xfrm>
            <a:off x="7092294" y="3979723"/>
            <a:ext cx="29106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Korrelation von Datenquellen</a:t>
            </a:r>
            <a:endParaRPr lang="en-US" sz="135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66930619-58B7-CA8C-25C1-87FEA9021ED6}"/>
              </a:ext>
            </a:extLst>
          </p:cNvPr>
          <p:cNvSpPr/>
          <p:nvPr/>
        </p:nvSpPr>
        <p:spPr>
          <a:xfrm>
            <a:off x="6927277" y="4398823"/>
            <a:ext cx="2495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Sensordaten</a:t>
            </a:r>
            <a:endParaRPr lang="en-US" sz="120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670D241E-CA70-74CD-6515-3C3E87C7FB36}"/>
              </a:ext>
            </a:extLst>
          </p:cNvPr>
          <p:cNvSpPr/>
          <p:nvPr/>
        </p:nvSpPr>
        <p:spPr>
          <a:xfrm>
            <a:off x="6927277" y="4665523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Vibrationen, Temperaturen</a:t>
            </a:r>
            <a:endParaRPr lang="en-US" sz="105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A92A4B07-F396-EA54-3EBB-4F54FA3C2D12}"/>
              </a:ext>
            </a:extLst>
          </p:cNvPr>
          <p:cNvSpPr/>
          <p:nvPr/>
        </p:nvSpPr>
        <p:spPr>
          <a:xfrm>
            <a:off x="9516344" y="4398823"/>
            <a:ext cx="2994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Betriebsparameter</a:t>
            </a:r>
            <a:endParaRPr lang="en-US" sz="12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684A8264-17FF-C724-8759-7F25354F5A3F}"/>
              </a:ext>
            </a:extLst>
          </p:cNvPr>
          <p:cNvSpPr/>
          <p:nvPr/>
        </p:nvSpPr>
        <p:spPr>
          <a:xfrm>
            <a:off x="9516344" y="4665523"/>
            <a:ext cx="29946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Geschwindigkeit, Laufleistung</a:t>
            </a:r>
            <a:endParaRPr lang="en-US" sz="105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8C9BF177-BE64-23C9-3B94-2822E311129C}"/>
              </a:ext>
            </a:extLst>
          </p:cNvPr>
          <p:cNvSpPr/>
          <p:nvPr/>
        </p:nvSpPr>
        <p:spPr>
          <a:xfrm>
            <a:off x="6851077" y="5427523"/>
            <a:ext cx="12644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
sammeln</a:t>
            </a:r>
            <a:endParaRPr lang="en-US" sz="9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CF472C16-0D4E-CDDB-8C7D-285C65788600}"/>
              </a:ext>
            </a:extLst>
          </p:cNvPr>
          <p:cNvSpPr/>
          <p:nvPr/>
        </p:nvSpPr>
        <p:spPr>
          <a:xfrm>
            <a:off x="8220296" y="5427523"/>
            <a:ext cx="12644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
bereinigen</a:t>
            </a:r>
            <a:endParaRPr lang="en-US" sz="9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E1BA5914-724F-6133-F36B-B9834B3267D7}"/>
              </a:ext>
            </a:extLst>
          </p:cNvPr>
          <p:cNvSpPr/>
          <p:nvPr/>
        </p:nvSpPr>
        <p:spPr>
          <a:xfrm>
            <a:off x="9589515" y="5427523"/>
            <a:ext cx="12644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
Analyse</a:t>
            </a:r>
            <a:endParaRPr lang="en-US" sz="900" dirty="0"/>
          </a:p>
        </p:txBody>
      </p:sp>
      <p:sp>
        <p:nvSpPr>
          <p:cNvPr id="71" name="Text 24">
            <a:extLst>
              <a:ext uri="{FF2B5EF4-FFF2-40B4-BE49-F238E27FC236}">
                <a16:creationId xmlns:a16="http://schemas.microsoft.com/office/drawing/2014/main" id="{C918E9AA-8F05-E890-0786-89ED4FCDD53B}"/>
              </a:ext>
            </a:extLst>
          </p:cNvPr>
          <p:cNvSpPr/>
          <p:nvPr/>
        </p:nvSpPr>
        <p:spPr>
          <a:xfrm>
            <a:off x="10823650" y="5427523"/>
            <a:ext cx="126444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
Empfehlung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5149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5A40A-FC95-25B8-8F4A-7021F5687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27" y="244475"/>
            <a:ext cx="10917382" cy="1009651"/>
          </a:xfrm>
        </p:spPr>
        <p:txBody>
          <a:bodyPr/>
          <a:lstStyle/>
          <a:p>
            <a:r>
              <a:rPr lang="de-CH" dirty="0"/>
              <a:t>Service-Initiative A – </a:t>
            </a:r>
            <a:r>
              <a:rPr lang="de-CH" dirty="0" err="1"/>
              <a:t>NeuroRail</a:t>
            </a:r>
            <a:r>
              <a:rPr lang="de-CH" dirty="0"/>
              <a:t> </a:t>
            </a:r>
            <a:r>
              <a:rPr lang="de-CH" dirty="0" err="1"/>
              <a:t>Orchestrator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CB8C43-328E-294E-4731-09546BB4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DF324A-6A7C-A0E6-0C4F-B0D9765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3D797FD-E598-C17F-638D-D3C64578F9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" y="1363228"/>
            <a:ext cx="285750" cy="228600"/>
          </a:xfrm>
          <a:prstGeom prst="rect">
            <a:avLst/>
          </a:prstGeom>
        </p:spPr>
      </p:pic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09" y="1801378"/>
            <a:ext cx="4533900" cy="2362200"/>
          </a:xfrm>
          <a:prstGeom prst="rect">
            <a:avLst/>
          </a:prstGeom>
        </p:spPr>
      </p:pic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9" y="4218995"/>
            <a:ext cx="4533900" cy="952500"/>
          </a:xfrm>
          <a:prstGeom prst="rect">
            <a:avLst/>
          </a:prstGeom>
        </p:spPr>
      </p:pic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709" y="4371395"/>
            <a:ext cx="171450" cy="266700"/>
          </a:xfrm>
          <a:prstGeom prst="rect">
            <a:avLst/>
          </a:prstGeom>
        </p:spPr>
      </p:pic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9" y="5323895"/>
            <a:ext cx="4533900" cy="952500"/>
          </a:xfrm>
          <a:prstGeom prst="rect">
            <a:avLst/>
          </a:prstGeom>
        </p:spPr>
      </p:pic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09" y="5476295"/>
            <a:ext cx="190500" cy="266700"/>
          </a:xfrm>
          <a:prstGeom prst="rect">
            <a:avLst/>
          </a:prstGeom>
        </p:spPr>
      </p:pic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837" y="1601353"/>
            <a:ext cx="219075" cy="190500"/>
          </a:xfrm>
          <a:prstGeom prst="rect">
            <a:avLst/>
          </a:prstGeom>
        </p:spPr>
      </p:pic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009" y="2029978"/>
            <a:ext cx="952500" cy="952500"/>
          </a:xfrm>
          <a:prstGeom prst="rect">
            <a:avLst/>
          </a:prstGeom>
        </p:spPr>
      </p:pic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1809" y="2315728"/>
            <a:ext cx="342900" cy="38100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2134" y="2491941"/>
            <a:ext cx="996851" cy="28575"/>
          </a:xfrm>
          <a:prstGeom prst="rect">
            <a:avLst/>
          </a:prstGeom>
        </p:spPr>
      </p:pic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1609" y="2029978"/>
            <a:ext cx="952500" cy="952500"/>
          </a:xfrm>
          <a:prstGeom prst="rect">
            <a:avLst/>
          </a:prstGeom>
        </p:spPr>
      </p:pic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3547" y="2315728"/>
            <a:ext cx="428625" cy="381000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6734" y="2491941"/>
            <a:ext cx="996851" cy="28575"/>
          </a:xfrm>
          <a:prstGeom prst="rect">
            <a:avLst/>
          </a:prstGeom>
        </p:spPr>
      </p:pic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6209" y="2029978"/>
            <a:ext cx="952500" cy="952500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1009" y="2315728"/>
            <a:ext cx="342900" cy="381000"/>
          </a:xfrm>
          <a:prstGeom prst="rect">
            <a:avLst/>
          </a:prstGeom>
        </p:spPr>
      </p:pic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7009" y="4277878"/>
            <a:ext cx="5981700" cy="1485900"/>
          </a:xfrm>
          <a:prstGeom prst="rect">
            <a:avLst/>
          </a:prstGeom>
        </p:spPr>
      </p:pic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9409" y="4458853"/>
            <a:ext cx="142875" cy="190500"/>
          </a:xfrm>
          <a:prstGeom prst="rect">
            <a:avLst/>
          </a:prstGeom>
        </p:spPr>
      </p:pic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9409" y="4773178"/>
            <a:ext cx="2838450" cy="838200"/>
          </a:xfrm>
          <a:prstGeom prst="rect">
            <a:avLst/>
          </a:prstGeom>
        </p:spPr>
      </p:pic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62159" y="4811278"/>
            <a:ext cx="152400" cy="152400"/>
          </a:xfrm>
          <a:prstGeom prst="rect">
            <a:avLst/>
          </a:prstGeom>
        </p:spPr>
      </p:pic>
      <p:pic>
        <p:nvPicPr>
          <p:cNvPr id="65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2159" y="5116078"/>
            <a:ext cx="152400" cy="152400"/>
          </a:xfrm>
          <a:prstGeom prst="rect">
            <a:avLst/>
          </a:prstGeom>
        </p:spPr>
      </p:pic>
      <p:sp>
        <p:nvSpPr>
          <p:cNvPr id="66" name="Text 1"/>
          <p:cNvSpPr/>
          <p:nvPr/>
        </p:nvSpPr>
        <p:spPr>
          <a:xfrm>
            <a:off x="999259" y="1344178"/>
            <a:ext cx="5440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NeuroRail Orchestrator</a:t>
            </a:r>
            <a:endParaRPr lang="en-US" sz="1800" dirty="0"/>
          </a:p>
        </p:txBody>
      </p:sp>
      <p:sp>
        <p:nvSpPr>
          <p:cNvPr id="67" name="Text 2"/>
          <p:cNvSpPr/>
          <p:nvPr/>
        </p:nvSpPr>
        <p:spPr>
          <a:xfrm>
            <a:off x="827809" y="1991878"/>
            <a:ext cx="41529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Konzept transformiert die bisherige "Smart Maintenance 360°" von einem passiven Dashboard zu einer </a:t>
            </a: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aktiven, autonomen Flotten-Orchestrierung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68" name="Text 3"/>
          <p:cNvSpPr/>
          <p:nvPr/>
        </p:nvSpPr>
        <p:spPr>
          <a:xfrm>
            <a:off x="827809" y="2906278"/>
            <a:ext cx="4152900" cy="1066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Gegensatz zu traditionellen Systemen, die nur Fehler anzeigen, geht der NeuroRail Orchestrator einen entscheidenden Schritt weiter: </a:t>
            </a: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warnt nicht nur, sondern handelt proaktiv.</a:t>
            </a:r>
            <a:endParaRPr lang="en-US" sz="1350" dirty="0"/>
          </a:p>
        </p:txBody>
      </p:sp>
      <p:sp>
        <p:nvSpPr>
          <p:cNvPr id="69" name="Text 4"/>
          <p:cNvSpPr/>
          <p:nvPr/>
        </p:nvSpPr>
        <p:spPr>
          <a:xfrm>
            <a:off x="1075459" y="4354077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Wartungsbuchung</a:t>
            </a:r>
            <a:endParaRPr lang="en-US" sz="1500" dirty="0"/>
          </a:p>
        </p:txBody>
      </p:sp>
      <p:sp>
        <p:nvSpPr>
          <p:cNvPr id="70" name="Text 5"/>
          <p:cNvSpPr/>
          <p:nvPr/>
        </p:nvSpPr>
        <p:spPr>
          <a:xfrm>
            <a:off x="1075459" y="4599995"/>
            <a:ext cx="4095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Bucht basierend auf prädiktiven Analysen automatisch einen Wartungsslot in der Werkstatt in Detroit</a:t>
            </a:r>
            <a:endParaRPr lang="en-US" sz="1200" dirty="0"/>
          </a:p>
        </p:txBody>
      </p:sp>
      <p:sp>
        <p:nvSpPr>
          <p:cNvPr id="71" name="Text 6"/>
          <p:cNvSpPr/>
          <p:nvPr/>
        </p:nvSpPr>
        <p:spPr>
          <a:xfrm>
            <a:off x="1094509" y="5438195"/>
            <a:ext cx="4076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1500" dirty="0"/>
          </a:p>
        </p:txBody>
      </p:sp>
      <p:sp>
        <p:nvSpPr>
          <p:cNvPr id="72" name="Text 7"/>
          <p:cNvSpPr/>
          <p:nvPr/>
        </p:nvSpPr>
        <p:spPr>
          <a:xfrm>
            <a:off x="1094509" y="5704895"/>
            <a:ext cx="4076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Bietet entweder einen "Risk-Premium-Preis" an oder garantiert die Verfügbarkeit gegen einen Aufpreis</a:t>
            </a:r>
            <a:endParaRPr lang="en-US" sz="1200" dirty="0"/>
          </a:p>
        </p:txBody>
      </p:sp>
      <p:sp>
        <p:nvSpPr>
          <p:cNvPr id="73" name="Text 8"/>
          <p:cNvSpPr/>
          <p:nvPr/>
        </p:nvSpPr>
        <p:spPr>
          <a:xfrm>
            <a:off x="5258839" y="1749425"/>
            <a:ext cx="7178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 NeuroRail Orchestrator</a:t>
            </a:r>
            <a:endParaRPr lang="en-US" sz="1500" dirty="0"/>
          </a:p>
        </p:txBody>
      </p:sp>
      <p:sp>
        <p:nvSpPr>
          <p:cNvPr id="74" name="Text 9"/>
          <p:cNvSpPr/>
          <p:nvPr/>
        </p:nvSpPr>
        <p:spPr>
          <a:xfrm>
            <a:off x="5933209" y="3287278"/>
            <a:ext cx="1841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75" name="Text 10"/>
          <p:cNvSpPr/>
          <p:nvPr/>
        </p:nvSpPr>
        <p:spPr>
          <a:xfrm>
            <a:off x="5933209" y="3515878"/>
            <a:ext cx="1841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Prädiktive Analysen der Achslagerdaten</a:t>
            </a:r>
            <a:endParaRPr lang="en-US" sz="1050" dirty="0"/>
          </a:p>
        </p:txBody>
      </p:sp>
      <p:sp>
        <p:nvSpPr>
          <p:cNvPr id="76" name="Text 11"/>
          <p:cNvSpPr/>
          <p:nvPr/>
        </p:nvSpPr>
        <p:spPr>
          <a:xfrm>
            <a:off x="7742914" y="3287278"/>
            <a:ext cx="22097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</a:t>
            </a:r>
            <a:endParaRPr lang="en-US" sz="1200" dirty="0"/>
          </a:p>
        </p:txBody>
      </p:sp>
      <p:sp>
        <p:nvSpPr>
          <p:cNvPr id="77" name="Text 12"/>
          <p:cNvSpPr/>
          <p:nvPr/>
        </p:nvSpPr>
        <p:spPr>
          <a:xfrm>
            <a:off x="7927059" y="3515878"/>
            <a:ext cx="1841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Berechnung des Risikos und Optimierung der Wartung</a:t>
            </a:r>
            <a:endParaRPr lang="en-US" sz="1050" dirty="0"/>
          </a:p>
        </p:txBody>
      </p:sp>
      <p:sp>
        <p:nvSpPr>
          <p:cNvPr id="78" name="Text 13"/>
          <p:cNvSpPr/>
          <p:nvPr/>
        </p:nvSpPr>
        <p:spPr>
          <a:xfrm>
            <a:off x="9920910" y="3287278"/>
            <a:ext cx="1841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Aktion</a:t>
            </a:r>
            <a:endParaRPr lang="en-US" sz="1200" dirty="0"/>
          </a:p>
        </p:txBody>
      </p:sp>
      <p:sp>
        <p:nvSpPr>
          <p:cNvPr id="79" name="Text 14"/>
          <p:cNvSpPr/>
          <p:nvPr/>
        </p:nvSpPr>
        <p:spPr>
          <a:xfrm>
            <a:off x="9920910" y="3515878"/>
            <a:ext cx="1841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Buchung und Risikokompensation</a:t>
            </a:r>
            <a:endParaRPr lang="en-US" sz="1050" dirty="0"/>
          </a:p>
        </p:txBody>
      </p:sp>
      <p:sp>
        <p:nvSpPr>
          <p:cNvPr id="80" name="Text 15"/>
          <p:cNvSpPr/>
          <p:nvPr/>
        </p:nvSpPr>
        <p:spPr>
          <a:xfrm>
            <a:off x="6180859" y="4400116"/>
            <a:ext cx="6812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Innovation</a:t>
            </a:r>
            <a:endParaRPr lang="en-US" sz="1500" dirty="0"/>
          </a:p>
        </p:txBody>
      </p:sp>
      <p:sp>
        <p:nvSpPr>
          <p:cNvPr id="81" name="Text 16"/>
          <p:cNvSpPr/>
          <p:nvPr/>
        </p:nvSpPr>
        <p:spPr>
          <a:xfrm>
            <a:off x="6009409" y="4773178"/>
            <a:ext cx="32689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Service zum Availability-Partner</a:t>
            </a:r>
            <a:endParaRPr lang="en-US" sz="1200" dirty="0"/>
          </a:p>
        </p:txBody>
      </p:sp>
      <p:sp>
        <p:nvSpPr>
          <p:cNvPr id="82" name="Text 17"/>
          <p:cNvSpPr/>
          <p:nvPr/>
        </p:nvSpPr>
        <p:spPr>
          <a:xfrm>
            <a:off x="6009409" y="5039878"/>
            <a:ext cx="27241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railTRACK verkauft nicht nur Service, sondern Zuverlässigkeit und maximiert die Verfügbarkeit der Flotte</a:t>
            </a:r>
            <a:endParaRPr lang="en-US" sz="1050" dirty="0"/>
          </a:p>
        </p:txBody>
      </p:sp>
      <p:sp>
        <p:nvSpPr>
          <p:cNvPr id="83" name="Text 18"/>
          <p:cNvSpPr/>
          <p:nvPr/>
        </p:nvSpPr>
        <p:spPr>
          <a:xfrm>
            <a:off x="9190759" y="4773178"/>
            <a:ext cx="14126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Uptime</a:t>
            </a:r>
            <a:endParaRPr lang="en-US" sz="1200" dirty="0"/>
          </a:p>
        </p:txBody>
      </p:sp>
      <p:sp>
        <p:nvSpPr>
          <p:cNvPr id="84" name="Text 19"/>
          <p:cNvSpPr/>
          <p:nvPr/>
        </p:nvSpPr>
        <p:spPr>
          <a:xfrm>
            <a:off x="9190759" y="5077978"/>
            <a:ext cx="22565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Risikobasierte Preismodelle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403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9255F-FDF4-63F6-B140-678C5976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Service-Initiative B – Green Ledger </a:t>
            </a:r>
            <a:r>
              <a:rPr lang="de-CH" dirty="0" err="1"/>
              <a:t>Certification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DCD1A4-0C48-0299-CF2E-7C7685B4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AEBE3A-E440-A1DA-C730-D626D256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A1DF0E-57CA-8FBB-12CB-515A25C1EC8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96857F61-38C2-8607-DA5E-5ED94F6A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6" y="1742208"/>
            <a:ext cx="5600700" cy="27432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1D4794EB-A69B-97AA-60C1-B5B59835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46" y="1951758"/>
            <a:ext cx="228600" cy="2286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19C1268-9286-CE7D-3F1C-69C1483D4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46" y="3266208"/>
            <a:ext cx="2606278" cy="3810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0AE64D36-20A9-2CFB-EE4E-34FCD5D1D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21" y="3380508"/>
            <a:ext cx="152400" cy="1524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D5A72D31-57B0-77E0-36A1-7ED97C774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46" y="4637808"/>
            <a:ext cx="5600700" cy="16383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0E8EDCB5-B32B-0256-18C1-E7FA2D737E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546" y="4818783"/>
            <a:ext cx="142875" cy="1905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746A2EC7-2901-B8BA-924E-D7A3E42628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8846" y="1742208"/>
            <a:ext cx="5600700" cy="15240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D92CB996-51C9-9C5B-26E5-53B498D86E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9346" y="1961283"/>
            <a:ext cx="238125" cy="1905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9ECF98E8-2803-CA14-731B-2D07A41E3B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4953" y="2313708"/>
            <a:ext cx="533400" cy="53340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26BB78CA-0713-272E-A00A-3C0E1A24BC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5928" y="2447058"/>
            <a:ext cx="171450" cy="2667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83CBC6ED-58A2-7F29-BB72-3B7F082567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3961" y="2680421"/>
            <a:ext cx="802928" cy="28575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94C4D56B-E4AA-339A-BEB0-CC02A76E8A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2496" y="2313708"/>
            <a:ext cx="533400" cy="5334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9BE9951C-F9D3-4287-1C23-02712E8266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3946" y="2447058"/>
            <a:ext cx="190500" cy="2667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74BE187D-D690-2068-8700-8E6DF34FE1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51503" y="2680421"/>
            <a:ext cx="802928" cy="28575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DF18D123-CAD8-25DB-2680-CA084311EFE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90039" y="2313708"/>
            <a:ext cx="533400" cy="5334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DC4F5407-EBDD-4D1F-2E14-DD49CAC2D5C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85301" y="2447058"/>
            <a:ext cx="142875" cy="2667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ED3B6FFA-8B36-28B2-73E0-94D53A1E82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8846" y="3418608"/>
            <a:ext cx="2743200" cy="8763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4931FD34-14A4-597D-4CCD-05FE4412FE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3146" y="3532908"/>
            <a:ext cx="280095" cy="3810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9C1D335E-E7FB-6F60-851B-F2D2C999988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7468" y="3590058"/>
            <a:ext cx="171450" cy="2667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54439293-00ED-79D4-55E7-FCEA85F894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06346" y="3418608"/>
            <a:ext cx="2743200" cy="8763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CE244BF3-5CDC-13DA-3F81-1BFBFE3E50F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20646" y="3532908"/>
            <a:ext cx="324296" cy="381000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43EBA81D-28F5-3CF6-7CF5-D4C525D8200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30332" y="3590058"/>
            <a:ext cx="104775" cy="266700"/>
          </a:xfrm>
          <a:prstGeom prst="rect">
            <a:avLst/>
          </a:prstGeom>
        </p:spPr>
      </p:pic>
      <p:pic>
        <p:nvPicPr>
          <p:cNvPr id="29" name="Image 24" descr="preencoded.png">
            <a:extLst>
              <a:ext uri="{FF2B5EF4-FFF2-40B4-BE49-F238E27FC236}">
                <a16:creationId xmlns:a16="http://schemas.microsoft.com/office/drawing/2014/main" id="{9D2F1C4D-2648-020E-C320-E4E277FF2A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8846" y="4409208"/>
            <a:ext cx="2743200" cy="876300"/>
          </a:xfrm>
          <a:prstGeom prst="rect">
            <a:avLst/>
          </a:prstGeom>
        </p:spPr>
      </p:pic>
      <p:pic>
        <p:nvPicPr>
          <p:cNvPr id="30" name="Image 25" descr="preencoded.png">
            <a:extLst>
              <a:ext uri="{FF2B5EF4-FFF2-40B4-BE49-F238E27FC236}">
                <a16:creationId xmlns:a16="http://schemas.microsoft.com/office/drawing/2014/main" id="{F6D01321-B460-6E9A-C213-AAB39C6EE5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3146" y="4523508"/>
            <a:ext cx="310158" cy="381000"/>
          </a:xfrm>
          <a:prstGeom prst="rect">
            <a:avLst/>
          </a:prstGeom>
        </p:spPr>
      </p:pic>
      <p:pic>
        <p:nvPicPr>
          <p:cNvPr id="31" name="Image 26" descr="preencoded.png">
            <a:extLst>
              <a:ext uri="{FF2B5EF4-FFF2-40B4-BE49-F238E27FC236}">
                <a16:creationId xmlns:a16="http://schemas.microsoft.com/office/drawing/2014/main" id="{44CAAD46-3201-7DC7-DA47-5B462E701B2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32500" y="4580658"/>
            <a:ext cx="171450" cy="266700"/>
          </a:xfrm>
          <a:prstGeom prst="rect">
            <a:avLst/>
          </a:prstGeom>
        </p:spPr>
      </p:pic>
      <p:pic>
        <p:nvPicPr>
          <p:cNvPr id="32" name="Image 27" descr="preencoded.png">
            <a:extLst>
              <a:ext uri="{FF2B5EF4-FFF2-40B4-BE49-F238E27FC236}">
                <a16:creationId xmlns:a16="http://schemas.microsoft.com/office/drawing/2014/main" id="{28A1E766-0188-6D97-DF73-A03676E7B7E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06346" y="4409208"/>
            <a:ext cx="2743200" cy="876300"/>
          </a:xfrm>
          <a:prstGeom prst="rect">
            <a:avLst/>
          </a:prstGeom>
        </p:spPr>
      </p:pic>
      <p:pic>
        <p:nvPicPr>
          <p:cNvPr id="33" name="Image 28" descr="preencoded.png">
            <a:extLst>
              <a:ext uri="{FF2B5EF4-FFF2-40B4-BE49-F238E27FC236}">
                <a16:creationId xmlns:a16="http://schemas.microsoft.com/office/drawing/2014/main" id="{31AA4E0E-DC02-2A6F-2719-E8C9782A990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20646" y="4523508"/>
            <a:ext cx="304651" cy="381000"/>
          </a:xfrm>
          <a:prstGeom prst="rect">
            <a:avLst/>
          </a:prstGeom>
        </p:spPr>
      </p:pic>
      <p:pic>
        <p:nvPicPr>
          <p:cNvPr id="34" name="Image 29" descr="preencoded.png">
            <a:extLst>
              <a:ext uri="{FF2B5EF4-FFF2-40B4-BE49-F238E27FC236}">
                <a16:creationId xmlns:a16="http://schemas.microsoft.com/office/drawing/2014/main" id="{4AFEFE82-B258-2D4D-678B-9C7E95C430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63360" y="4580658"/>
            <a:ext cx="219075" cy="266700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CDBD8DE2-116C-20B4-FB42-1E7FA7669780}"/>
              </a:ext>
            </a:extLst>
          </p:cNvPr>
          <p:cNvSpPr/>
          <p:nvPr/>
        </p:nvSpPr>
        <p:spPr>
          <a:xfrm>
            <a:off x="862446" y="1932708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Ledger Certification</a:t>
            </a:r>
            <a:endParaRPr lang="en-US" sz="18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8DA5F2A3-B311-2BAB-D70C-FBAA5B5A98F7}"/>
              </a:ext>
            </a:extLst>
          </p:cNvPr>
          <p:cNvSpPr/>
          <p:nvPr/>
        </p:nvSpPr>
        <p:spPr>
          <a:xfrm>
            <a:off x="557646" y="2351808"/>
            <a:ext cx="52197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Konzept entwickelt die bisherigen "Insights" über den CO₂-Verbrauch zu einem umfassenden </a:t>
            </a:r>
            <a:r>
              <a:rPr lang="en-US" sz="13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"Sustainability-as-a-Service"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-Angebot.</a:t>
            </a:r>
            <a:endParaRPr lang="en-US" sz="135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ED2E048A-A784-F5B6-8A34-E8ACEB68DDCF}"/>
              </a:ext>
            </a:extLst>
          </p:cNvPr>
          <p:cNvSpPr/>
          <p:nvPr/>
        </p:nvSpPr>
        <p:spPr>
          <a:xfrm>
            <a:off x="929121" y="3342408"/>
            <a:ext cx="25103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audit-sichere ESG-Zertifikate</a:t>
            </a:r>
            <a:endParaRPr lang="en-US" sz="12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F907216E-2B06-F7E4-394C-D034DECD2EFE}"/>
              </a:ext>
            </a:extLst>
          </p:cNvPr>
          <p:cNvSpPr/>
          <p:nvPr/>
        </p:nvSpPr>
        <p:spPr>
          <a:xfrm>
            <a:off x="557646" y="3761508"/>
            <a:ext cx="5219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railTRACK nutzt die gesammelten Daten, um für die Betreiber ESG-Zertifikate zu erstellen.</a:t>
            </a:r>
            <a:endParaRPr lang="en-US" sz="135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D3302044-019C-D318-53E1-0E56C05DA9EF}"/>
              </a:ext>
            </a:extLst>
          </p:cNvPr>
          <p:cNvSpPr/>
          <p:nvPr/>
        </p:nvSpPr>
        <p:spPr>
          <a:xfrm>
            <a:off x="738621" y="4790208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Geschäftsmodell</a:t>
            </a:r>
            <a:endParaRPr lang="en-US" sz="15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25F13C79-630D-0143-EE50-627623AFB01D}"/>
              </a:ext>
            </a:extLst>
          </p:cNvPr>
          <p:cNvSpPr/>
          <p:nvPr/>
        </p:nvSpPr>
        <p:spPr>
          <a:xfrm>
            <a:off x="519546" y="5133108"/>
            <a:ext cx="5295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Strategie basiert auf der Verkauf von Datenanalyse als Dienstleistung.</a:t>
            </a:r>
            <a:endParaRPr lang="en-US" sz="135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7375D835-C680-548C-5A32-4C3ADFCD0DC2}"/>
              </a:ext>
            </a:extLst>
          </p:cNvPr>
          <p:cNvSpPr/>
          <p:nvPr/>
        </p:nvSpPr>
        <p:spPr>
          <a:xfrm>
            <a:off x="519546" y="5742708"/>
            <a:ext cx="5295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"Eine vorhandene Ressource (Daten) wird genutzt, um ein Kundenproblem zu lösen." </a:t>
            </a:r>
            <a:r>
              <a:rPr lang="en-US" sz="10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de-DE" sz="10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Freiling, J., &amp; </a:t>
            </a:r>
            <a:r>
              <a:rPr lang="de-DE" sz="1050" b="1" i="1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Harima</a:t>
            </a:r>
            <a:r>
              <a:rPr lang="de-DE" sz="105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J. (2024). Entrepreneurship: Gründung und Skalierung von Startups</a:t>
            </a:r>
            <a:endParaRPr lang="en-US" sz="1050" dirty="0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04A1AD8A-4B39-A8C1-CBB7-A7C76CEBA06C}"/>
              </a:ext>
            </a:extLst>
          </p:cNvPr>
          <p:cNvSpPr/>
          <p:nvPr/>
        </p:nvSpPr>
        <p:spPr>
          <a:xfrm>
            <a:off x="6853671" y="1932708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Process</a:t>
            </a:r>
            <a:endParaRPr lang="en-US" sz="15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62821301-C697-F533-3D63-2EB3093A88D2}"/>
              </a:ext>
            </a:extLst>
          </p:cNvPr>
          <p:cNvSpPr/>
          <p:nvPr/>
        </p:nvSpPr>
        <p:spPr>
          <a:xfrm>
            <a:off x="6418885" y="2885208"/>
            <a:ext cx="14455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Datenerfassung</a:t>
            </a:r>
            <a:endParaRPr lang="en-US" sz="10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64CBA8D6-EDD1-84BD-FF3A-083756D8BC59}"/>
              </a:ext>
            </a:extLst>
          </p:cNvPr>
          <p:cNvSpPr/>
          <p:nvPr/>
        </p:nvSpPr>
        <p:spPr>
          <a:xfrm>
            <a:off x="8546889" y="2885208"/>
            <a:ext cx="12046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05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DBCF138A-8668-32EB-D00F-C3EFF05AD91E}"/>
              </a:ext>
            </a:extLst>
          </p:cNvPr>
          <p:cNvSpPr/>
          <p:nvPr/>
        </p:nvSpPr>
        <p:spPr>
          <a:xfrm>
            <a:off x="10433970" y="2885208"/>
            <a:ext cx="14455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Zertifikat</a:t>
            </a:r>
            <a:endParaRPr lang="en-US" sz="105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67A92B8B-5BAE-3E43-38A5-B6DE5B789622}"/>
              </a:ext>
            </a:extLst>
          </p:cNvPr>
          <p:cNvSpPr/>
          <p:nvPr/>
        </p:nvSpPr>
        <p:spPr>
          <a:xfrm>
            <a:off x="6819441" y="3532908"/>
            <a:ext cx="25899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Nachhaltigkeit</a:t>
            </a:r>
            <a:endParaRPr lang="en-US" sz="12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AA18C3D-9681-73E3-5734-6CFC627FC804}"/>
              </a:ext>
            </a:extLst>
          </p:cNvPr>
          <p:cNvSpPr/>
          <p:nvPr/>
        </p:nvSpPr>
        <p:spPr>
          <a:xfrm>
            <a:off x="6819441" y="3799608"/>
            <a:ext cx="215830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Unterstützung der Klimaziele und ESG-Strategien</a:t>
            </a:r>
            <a:endParaRPr lang="en-US" sz="105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9D6B81EB-5EE7-CE8E-0D50-103DBB14EC8F}"/>
              </a:ext>
            </a:extLst>
          </p:cNvPr>
          <p:cNvSpPr/>
          <p:nvPr/>
        </p:nvSpPr>
        <p:spPr>
          <a:xfrm>
            <a:off x="9721142" y="3532908"/>
            <a:ext cx="25369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Finanzielle Vorteile</a:t>
            </a:r>
            <a:endParaRPr lang="en-US" sz="12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F5220C1C-B84D-1965-8F41-25770DCA846B}"/>
              </a:ext>
            </a:extLst>
          </p:cNvPr>
          <p:cNvSpPr/>
          <p:nvPr/>
        </p:nvSpPr>
        <p:spPr>
          <a:xfrm>
            <a:off x="9721142" y="3799608"/>
            <a:ext cx="211410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Steuervorteile und staatliche Förderungen</a:t>
            </a:r>
            <a:endParaRPr lang="en-US" sz="105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BBD8B3DB-F623-BB2C-95D5-E72ADFAD5F64}"/>
              </a:ext>
            </a:extLst>
          </p:cNvPr>
          <p:cNvSpPr/>
          <p:nvPr/>
        </p:nvSpPr>
        <p:spPr>
          <a:xfrm>
            <a:off x="6849504" y="4523508"/>
            <a:ext cx="25538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Unternehmensvorteile</a:t>
            </a:r>
            <a:endParaRPr lang="en-US" sz="12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B13CB94D-D434-321F-3589-E53C8A7A83C9}"/>
              </a:ext>
            </a:extLst>
          </p:cNvPr>
          <p:cNvSpPr/>
          <p:nvPr/>
        </p:nvSpPr>
        <p:spPr>
          <a:xfrm>
            <a:off x="6849504" y="4790208"/>
            <a:ext cx="212824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Marktdurchdringung und Wettbewerbsvorteil</a:t>
            </a:r>
            <a:endParaRPr lang="en-US" sz="105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907AA140-1E6B-A28D-0165-0DDC10A25D41}"/>
              </a:ext>
            </a:extLst>
          </p:cNvPr>
          <p:cNvSpPr/>
          <p:nvPr/>
        </p:nvSpPr>
        <p:spPr>
          <a:xfrm>
            <a:off x="9701497" y="4523508"/>
            <a:ext cx="25604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 Partnerschaft</a:t>
            </a:r>
            <a:endParaRPr lang="en-US" sz="12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30C5D3F1-FB03-47FE-BF97-B55969328685}"/>
              </a:ext>
            </a:extLst>
          </p:cNvPr>
          <p:cNvSpPr/>
          <p:nvPr/>
        </p:nvSpPr>
        <p:spPr>
          <a:xfrm>
            <a:off x="9701497" y="4790208"/>
            <a:ext cx="21337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Vertrauensvolle Zusammenarbeit mit Kunden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6708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5C699B-D3AA-3878-CCA8-4DFA8ADC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09" y="681037"/>
            <a:ext cx="11277600" cy="1009651"/>
          </a:xfrm>
        </p:spPr>
        <p:txBody>
          <a:bodyPr>
            <a:normAutofit fontScale="90000"/>
          </a:bodyPr>
          <a:lstStyle/>
          <a:p>
            <a:r>
              <a:rPr lang="de-CH" dirty="0"/>
              <a:t>Geschäftsmodell-Initiative – Proaktive Wertschöpfung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A497C5-A1EE-BF2B-822C-51AD161A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7A1317-1710-C0A2-AFAA-444E579B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C140777-B6ED-0871-2A00-9536E596FA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2EC9EBC3-C6C0-6443-24D3-07C78019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11" y="1844675"/>
            <a:ext cx="228600" cy="2286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E7F170B1-EA4E-B935-4C50-D8A178920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09" y="2282825"/>
            <a:ext cx="5486400" cy="39243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8BC6A96-82D2-20BA-0481-855097A0A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2659" y="2625725"/>
            <a:ext cx="762000" cy="7620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61A56AB7-F146-531C-A3D5-B87438178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259" y="2816225"/>
            <a:ext cx="304800" cy="3810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042B6454-5A0D-8B1E-C58B-9F234F3D0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1409" y="3235325"/>
            <a:ext cx="838200" cy="381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3B2FD38B-4BB5-0AC2-E37A-CAC6F5EC16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6359" y="2511425"/>
            <a:ext cx="762000" cy="7620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4C0C27C8-0A19-0207-BFBF-76F43ABF09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3047" y="2701925"/>
            <a:ext cx="428625" cy="3810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43212DCC-9A01-C744-9437-C862B83D87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909" y="4225925"/>
            <a:ext cx="5029200" cy="8001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B8AECC65-A218-D430-E643-EB73462B43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309" y="4425950"/>
            <a:ext cx="171450" cy="171450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B91CA3F2-C905-9EAC-3ED7-87DCC75C78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909" y="5178425"/>
            <a:ext cx="5029200" cy="8001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A9EC0009-FF8B-3099-D83B-C0C0950F45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309" y="5378450"/>
            <a:ext cx="171450" cy="17145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9E83CB68-95D2-F5B3-F7F7-E00495FCF1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0909" y="1844675"/>
            <a:ext cx="228600" cy="2286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64D611C6-F008-EB6F-F695-7BAE18F6DF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0909" y="2282825"/>
            <a:ext cx="2667000" cy="12192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602DD0C3-7129-240F-125F-A6275C8D2E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3309" y="2435225"/>
            <a:ext cx="381000" cy="381000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17FD9405-2EA2-3CFA-A08F-0D9293B32C5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6184" y="2549525"/>
            <a:ext cx="95250" cy="1524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F88878FA-8AA4-8371-AB3F-EDD48F0A5A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0309" y="2282825"/>
            <a:ext cx="2667000" cy="12192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5025DF9D-58CA-49A1-1A3C-1C7898748C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2709" y="2435225"/>
            <a:ext cx="381000" cy="3810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613109AB-5C39-C8A4-66FB-1EC3A88D558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6534" y="2549525"/>
            <a:ext cx="133350" cy="1524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DD1FBDA8-3976-3BAB-C3A8-2DD1CA2934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0909" y="3730625"/>
            <a:ext cx="5486400" cy="22479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0A3CC35E-3F78-09E7-0599-3B7884BE3F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71409" y="3949700"/>
            <a:ext cx="238125" cy="1905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2FE30BF6-494B-1DA5-669D-8B1475D957E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71409" y="4340225"/>
            <a:ext cx="152400" cy="152400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8C84787B-CC0A-0EC7-FE08-E14BA97C42C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71409" y="4873625"/>
            <a:ext cx="152400" cy="152400"/>
          </a:xfrm>
          <a:prstGeom prst="rect">
            <a:avLst/>
          </a:prstGeom>
        </p:spPr>
      </p:pic>
      <p:pic>
        <p:nvPicPr>
          <p:cNvPr id="29" name="Image 24" descr="preencoded.png">
            <a:extLst>
              <a:ext uri="{FF2B5EF4-FFF2-40B4-BE49-F238E27FC236}">
                <a16:creationId xmlns:a16="http://schemas.microsoft.com/office/drawing/2014/main" id="{7E4AE4CF-B48B-7AF6-7D10-F419671A96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71409" y="5407025"/>
            <a:ext cx="152400" cy="152400"/>
          </a:xfrm>
          <a:prstGeom prst="rect">
            <a:avLst/>
          </a:prstGeom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309BFDBF-435B-F3BD-10AC-A520176C768B}"/>
              </a:ext>
            </a:extLst>
          </p:cNvPr>
          <p:cNvSpPr/>
          <p:nvPr/>
        </p:nvSpPr>
        <p:spPr>
          <a:xfrm>
            <a:off x="1170711" y="1825625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Transformation</a:t>
            </a:r>
            <a:endParaRPr lang="en-US" sz="18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E987D2B4-717E-2F6C-5C6A-94FF2B57E32F}"/>
              </a:ext>
            </a:extLst>
          </p:cNvPr>
          <p:cNvSpPr/>
          <p:nvPr/>
        </p:nvSpPr>
        <p:spPr>
          <a:xfrm>
            <a:off x="656359" y="3463925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Passiver Datenanbieter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9659CBCE-C723-0A24-59F8-766C899DE2D8}"/>
              </a:ext>
            </a:extLst>
          </p:cNvPr>
          <p:cNvSpPr/>
          <p:nvPr/>
        </p:nvSpPr>
        <p:spPr>
          <a:xfrm>
            <a:off x="865909" y="3692525"/>
            <a:ext cx="2095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Rohdaten</a:t>
            </a:r>
            <a:endParaRPr lang="en-US" sz="105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6ED3DED3-8F96-1AA8-7664-E2C9543F1566}"/>
              </a:ext>
            </a:extLst>
          </p:cNvPr>
          <p:cNvSpPr/>
          <p:nvPr/>
        </p:nvSpPr>
        <p:spPr>
          <a:xfrm>
            <a:off x="3799609" y="3349625"/>
            <a:ext cx="2095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Aktiver Verkäufer von Zuverlässigkeit</a:t>
            </a:r>
            <a:endParaRPr lang="en-US" sz="12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5C4B4026-F302-37DB-DEAA-B4C56F6A7074}"/>
              </a:ext>
            </a:extLst>
          </p:cNvPr>
          <p:cNvSpPr/>
          <p:nvPr/>
        </p:nvSpPr>
        <p:spPr>
          <a:xfrm>
            <a:off x="3590059" y="3806825"/>
            <a:ext cx="2514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Services</a:t>
            </a:r>
            <a:endParaRPr lang="en-US" sz="10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E210EA89-5F38-927A-85FA-49EBC21BA2E9}"/>
              </a:ext>
            </a:extLst>
          </p:cNvPr>
          <p:cNvSpPr/>
          <p:nvPr/>
        </p:nvSpPr>
        <p:spPr>
          <a:xfrm>
            <a:off x="1265959" y="4378325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Ledger Certification</a:t>
            </a:r>
            <a:endParaRPr lang="en-US" sz="135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81292CAC-CD4A-73EA-BECC-FAFE22298D38}"/>
              </a:ext>
            </a:extLst>
          </p:cNvPr>
          <p:cNvSpPr/>
          <p:nvPr/>
        </p:nvSpPr>
        <p:spPr>
          <a:xfrm>
            <a:off x="1246909" y="4645025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ESG-Zertifikate als Dienstleistung</a:t>
            </a:r>
            <a:endParaRPr lang="en-US" sz="12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4CE117C-35E5-49B0-4302-A4453F7A7303}"/>
              </a:ext>
            </a:extLst>
          </p:cNvPr>
          <p:cNvSpPr/>
          <p:nvPr/>
        </p:nvSpPr>
        <p:spPr>
          <a:xfrm>
            <a:off x="1265959" y="5330825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</a:t>
            </a:r>
            <a:endParaRPr lang="en-US" sz="135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4BFA5D60-81E5-7DA0-39ED-EF81E675F2C7}"/>
              </a:ext>
            </a:extLst>
          </p:cNvPr>
          <p:cNvSpPr/>
          <p:nvPr/>
        </p:nvSpPr>
        <p:spPr>
          <a:xfrm>
            <a:off x="1246909" y="5597525"/>
            <a:ext cx="53949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Risiko-basierte Wartungspreise</a:t>
            </a:r>
            <a:endParaRPr lang="en-US" sz="12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83C7ADE1-D623-D7CE-1955-E629966ACA3E}"/>
              </a:ext>
            </a:extLst>
          </p:cNvPr>
          <p:cNvSpPr/>
          <p:nvPr/>
        </p:nvSpPr>
        <p:spPr>
          <a:xfrm>
            <a:off x="6885709" y="1825625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Proaktive Wertschöpfung</a:t>
            </a:r>
            <a:endParaRPr lang="en-US" sz="18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70742C98-EDBA-1727-5BB8-1C6364A35B13}"/>
              </a:ext>
            </a:extLst>
          </p:cNvPr>
          <p:cNvSpPr/>
          <p:nvPr/>
        </p:nvSpPr>
        <p:spPr>
          <a:xfrm>
            <a:off x="7228609" y="2492375"/>
            <a:ext cx="18523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Erlösmodelle</a:t>
            </a:r>
            <a:endParaRPr lang="en-US" sz="13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7B57E09-1393-CFD9-8689-00944B9AA72A}"/>
              </a:ext>
            </a:extLst>
          </p:cNvPr>
          <p:cNvSpPr/>
          <p:nvPr/>
        </p:nvSpPr>
        <p:spPr>
          <a:xfrm>
            <a:off x="6733309" y="2892425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as a Service" für Kunden</a:t>
            </a:r>
            <a:endParaRPr lang="en-US" sz="12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30AFCBE-2D8E-7DE9-4F67-A1703E9A8120}"/>
              </a:ext>
            </a:extLst>
          </p:cNvPr>
          <p:cNvSpPr/>
          <p:nvPr/>
        </p:nvSpPr>
        <p:spPr>
          <a:xfrm>
            <a:off x="10048009" y="2492375"/>
            <a:ext cx="13717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Lock-in-Effekt</a:t>
            </a:r>
            <a:endParaRPr lang="en-US" sz="135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F1A19E0-BF5E-C094-52BE-B97AE08EAF49}"/>
              </a:ext>
            </a:extLst>
          </p:cNvPr>
          <p:cNvSpPr/>
          <p:nvPr/>
        </p:nvSpPr>
        <p:spPr>
          <a:xfrm>
            <a:off x="9552709" y="2892425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Schwieriger Wechsel zur Konkurrenz</a:t>
            </a:r>
            <a:endParaRPr lang="en-US" sz="12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B14B9D1-CCEF-D855-121A-C27140B81B0D}"/>
              </a:ext>
            </a:extLst>
          </p:cNvPr>
          <p:cNvSpPr/>
          <p:nvPr/>
        </p:nvSpPr>
        <p:spPr>
          <a:xfrm>
            <a:off x="7085734" y="3921125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Messbare Kundennutzen</a:t>
            </a:r>
            <a:endParaRPr lang="en-US" sz="15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25009B3-F486-FA83-2891-FC821965D181}"/>
              </a:ext>
            </a:extLst>
          </p:cNvPr>
          <p:cNvSpPr/>
          <p:nvPr/>
        </p:nvSpPr>
        <p:spPr>
          <a:xfrm>
            <a:off x="7038109" y="4302125"/>
            <a:ext cx="37443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Garantierte Verfügbarkeit</a:t>
            </a:r>
            <a:endParaRPr lang="en-US" sz="12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269E1139-7444-1B65-502C-98A29D4091BA}"/>
              </a:ext>
            </a:extLst>
          </p:cNvPr>
          <p:cNvSpPr/>
          <p:nvPr/>
        </p:nvSpPr>
        <p:spPr>
          <a:xfrm>
            <a:off x="7038109" y="4530725"/>
            <a:ext cx="37443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nur Service, sondern Zuverlässigkeit verkaufen</a:t>
            </a:r>
            <a:endParaRPr lang="en-US" sz="105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24BF8996-8958-47D8-5FEC-118A71BB7445}"/>
              </a:ext>
            </a:extLst>
          </p:cNvPr>
          <p:cNvSpPr/>
          <p:nvPr/>
        </p:nvSpPr>
        <p:spPr>
          <a:xfrm>
            <a:off x="7038109" y="4835525"/>
            <a:ext cx="1852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Kosteneinsparungen</a:t>
            </a:r>
            <a:endParaRPr lang="en-US" sz="12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713F8812-E284-A2F5-F427-FBDB9D1ABB9B}"/>
              </a:ext>
            </a:extLst>
          </p:cNvPr>
          <p:cNvSpPr/>
          <p:nvPr/>
        </p:nvSpPr>
        <p:spPr>
          <a:xfrm>
            <a:off x="7038109" y="5064125"/>
            <a:ext cx="185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 präventive Wartung</a:t>
            </a:r>
            <a:endParaRPr lang="en-US" sz="10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1270A62-DCE7-11EC-89AC-DF66CB744155}"/>
              </a:ext>
            </a:extLst>
          </p:cNvPr>
          <p:cNvSpPr/>
          <p:nvPr/>
        </p:nvSpPr>
        <p:spPr>
          <a:xfrm>
            <a:off x="7038109" y="5368925"/>
            <a:ext cx="2517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D5D10A3-74CB-F8C1-EF83-FE2C82436175}"/>
              </a:ext>
            </a:extLst>
          </p:cNvPr>
          <p:cNvSpPr/>
          <p:nvPr/>
        </p:nvSpPr>
        <p:spPr>
          <a:xfrm>
            <a:off x="7038109" y="5597525"/>
            <a:ext cx="25174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Staatliche Förderungen in den USA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3750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49A35-74C5-F8E9-5B69-8AE294D7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Proaktives Management - Herausforderungen &amp; Chancen</a:t>
            </a:r>
            <a:br>
              <a:rPr lang="de-CH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715733-55F0-B422-EF34-5B28F4C2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BB3636-5157-609A-A497-D91AEADE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9B91F09-237A-6C02-A2A3-EAC83F93A2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12AA26C2-88ED-A9B3-AA69-9F82DB9C6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47" y="1517491"/>
            <a:ext cx="228600" cy="228600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934EE252-DA01-02DD-1597-4AFEB768B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7" y="1955641"/>
            <a:ext cx="5600700" cy="12954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8E58C71D-6673-C7A8-9847-D32ACC5E1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47" y="2108041"/>
            <a:ext cx="323850" cy="428625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7804AC4B-AE5F-8C19-0E85-416D5BA2A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47" y="2184241"/>
            <a:ext cx="171450" cy="2667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0D75AD2F-327F-CDED-B2C1-75134CC3A4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47" y="3403441"/>
            <a:ext cx="5600700" cy="12954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790A43D3-166B-8632-A1EF-264323021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47" y="3555841"/>
            <a:ext cx="390525" cy="428625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5C761F50-671D-34FD-21DD-485133CBA1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647" y="3632041"/>
            <a:ext cx="238125" cy="2667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64E7409A-C070-6927-7AE8-370870FBE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47" y="4851241"/>
            <a:ext cx="5600700" cy="12954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E552F017-0F2F-DE0C-C602-5D67FDF0B8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447" y="5003641"/>
            <a:ext cx="342900" cy="428625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AA711618-0EA4-28DD-A4DF-4AA8ABBBE4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647" y="5079841"/>
            <a:ext cx="190500" cy="266700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08496F42-29AA-7569-A579-61E06E5D57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347" y="1517491"/>
            <a:ext cx="171450" cy="2286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42C1D292-BC86-95EB-2647-C2D0E54826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2347" y="1955641"/>
            <a:ext cx="5600700" cy="274320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297D5E98-BC2E-961C-2BF8-6EB3E194B9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947" y="2203291"/>
            <a:ext cx="200025" cy="228600"/>
          </a:xfrm>
          <a:prstGeom prst="rect">
            <a:avLst/>
          </a:prstGeom>
        </p:spPr>
      </p:pic>
      <p:pic>
        <p:nvPicPr>
          <p:cNvPr id="20" name="Image 15" descr="preencoded.png">
            <a:extLst>
              <a:ext uri="{FF2B5EF4-FFF2-40B4-BE49-F238E27FC236}">
                <a16:creationId xmlns:a16="http://schemas.microsoft.com/office/drawing/2014/main" id="{24437A09-B49A-4B56-034F-3CE363650F9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0947" y="3555841"/>
            <a:ext cx="5143500" cy="914400"/>
          </a:xfrm>
          <a:prstGeom prst="rect">
            <a:avLst/>
          </a:prstGeom>
        </p:spPr>
      </p:pic>
      <p:pic>
        <p:nvPicPr>
          <p:cNvPr id="21" name="Image 16" descr="preencoded.png">
            <a:extLst>
              <a:ext uri="{FF2B5EF4-FFF2-40B4-BE49-F238E27FC236}">
                <a16:creationId xmlns:a16="http://schemas.microsoft.com/office/drawing/2014/main" id="{A78524E7-FE8E-1012-7523-D81B512A40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347" y="4927441"/>
            <a:ext cx="2724150" cy="609600"/>
          </a:xfrm>
          <a:prstGeom prst="rect">
            <a:avLst/>
          </a:prstGeom>
        </p:spPr>
      </p:pic>
      <p:pic>
        <p:nvPicPr>
          <p:cNvPr id="22" name="Image 17" descr="preencoded.png">
            <a:extLst>
              <a:ext uri="{FF2B5EF4-FFF2-40B4-BE49-F238E27FC236}">
                <a16:creationId xmlns:a16="http://schemas.microsoft.com/office/drawing/2014/main" id="{031522CE-8B76-8F8B-5EF8-C64001DB2E7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4747" y="5079841"/>
            <a:ext cx="228600" cy="304800"/>
          </a:xfrm>
          <a:prstGeom prst="rect">
            <a:avLst/>
          </a:prstGeom>
        </p:spPr>
      </p:pic>
      <p:pic>
        <p:nvPicPr>
          <p:cNvPr id="23" name="Image 18" descr="preencoded.png">
            <a:extLst>
              <a:ext uri="{FF2B5EF4-FFF2-40B4-BE49-F238E27FC236}">
                <a16:creationId xmlns:a16="http://schemas.microsoft.com/office/drawing/2014/main" id="{B5624FD8-293E-9ECE-A768-365477D5296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8897" y="4927441"/>
            <a:ext cx="2724150" cy="609600"/>
          </a:xfrm>
          <a:prstGeom prst="rect">
            <a:avLst/>
          </a:prstGeom>
        </p:spPr>
      </p:pic>
      <p:pic>
        <p:nvPicPr>
          <p:cNvPr id="24" name="Image 19" descr="preencoded.png">
            <a:extLst>
              <a:ext uri="{FF2B5EF4-FFF2-40B4-BE49-F238E27FC236}">
                <a16:creationId xmlns:a16="http://schemas.microsoft.com/office/drawing/2014/main" id="{733A6B31-3B61-83E5-5EF8-0000CD7DED5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01297" y="5079841"/>
            <a:ext cx="228600" cy="304800"/>
          </a:xfrm>
          <a:prstGeom prst="rect">
            <a:avLst/>
          </a:prstGeom>
        </p:spPr>
      </p:pic>
      <p:pic>
        <p:nvPicPr>
          <p:cNvPr id="25" name="Image 20" descr="preencoded.png">
            <a:extLst>
              <a:ext uri="{FF2B5EF4-FFF2-40B4-BE49-F238E27FC236}">
                <a16:creationId xmlns:a16="http://schemas.microsoft.com/office/drawing/2014/main" id="{8B3452F7-33E3-BF51-C5AB-3985C3FDFB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347" y="5689441"/>
            <a:ext cx="2724150" cy="609600"/>
          </a:xfrm>
          <a:prstGeom prst="rect">
            <a:avLst/>
          </a:prstGeom>
        </p:spPr>
      </p:pic>
      <p:pic>
        <p:nvPicPr>
          <p:cNvPr id="26" name="Image 21" descr="preencoded.png">
            <a:extLst>
              <a:ext uri="{FF2B5EF4-FFF2-40B4-BE49-F238E27FC236}">
                <a16:creationId xmlns:a16="http://schemas.microsoft.com/office/drawing/2014/main" id="{5460906C-E0E5-4FD7-57D1-FC13B0F0C1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24747" y="5841841"/>
            <a:ext cx="285750" cy="304800"/>
          </a:xfrm>
          <a:prstGeom prst="rect">
            <a:avLst/>
          </a:prstGeom>
        </p:spPr>
      </p:pic>
      <p:pic>
        <p:nvPicPr>
          <p:cNvPr id="27" name="Image 22" descr="preencoded.png">
            <a:extLst>
              <a:ext uri="{FF2B5EF4-FFF2-40B4-BE49-F238E27FC236}">
                <a16:creationId xmlns:a16="http://schemas.microsoft.com/office/drawing/2014/main" id="{75E0A94E-AF20-A770-740B-037109C2D3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8897" y="5689441"/>
            <a:ext cx="2724150" cy="609600"/>
          </a:xfrm>
          <a:prstGeom prst="rect">
            <a:avLst/>
          </a:prstGeom>
        </p:spPr>
      </p:pic>
      <p:pic>
        <p:nvPicPr>
          <p:cNvPr id="28" name="Image 23" descr="preencoded.png">
            <a:extLst>
              <a:ext uri="{FF2B5EF4-FFF2-40B4-BE49-F238E27FC236}">
                <a16:creationId xmlns:a16="http://schemas.microsoft.com/office/drawing/2014/main" id="{D220DB47-703B-41BD-455B-A95249FA2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01297" y="5841841"/>
            <a:ext cx="285750" cy="304800"/>
          </a:xfrm>
          <a:prstGeom prst="rect">
            <a:avLst/>
          </a:prstGeom>
        </p:spPr>
      </p:pic>
      <p:sp>
        <p:nvSpPr>
          <p:cNvPr id="29" name="Text 1">
            <a:extLst>
              <a:ext uri="{FF2B5EF4-FFF2-40B4-BE49-F238E27FC236}">
                <a16:creationId xmlns:a16="http://schemas.microsoft.com/office/drawing/2014/main" id="{162CF766-F080-04C4-C03B-1A2B23C6F29E}"/>
              </a:ext>
            </a:extLst>
          </p:cNvPr>
          <p:cNvSpPr/>
          <p:nvPr/>
        </p:nvSpPr>
        <p:spPr>
          <a:xfrm>
            <a:off x="847847" y="1498441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Herausforderungen</a:t>
            </a:r>
            <a:endParaRPr lang="en-US" sz="18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9F798DCB-9DE2-6ECE-73B4-1934A2BFF134}"/>
              </a:ext>
            </a:extLst>
          </p:cNvPr>
          <p:cNvSpPr/>
          <p:nvPr/>
        </p:nvSpPr>
        <p:spPr>
          <a:xfrm>
            <a:off x="1133597" y="2108041"/>
            <a:ext cx="5829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Datenqualität &amp; Governance</a:t>
            </a:r>
            <a:endParaRPr lang="en-US" sz="15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C47FBBD4-3ED2-7698-D1CE-6EB1293F930B}"/>
              </a:ext>
            </a:extLst>
          </p:cNvPr>
          <p:cNvSpPr/>
          <p:nvPr/>
        </p:nvSpPr>
        <p:spPr>
          <a:xfrm>
            <a:off x="1133597" y="2412841"/>
            <a:ext cx="48577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Sicherstellung vollständiger, genauer, konsistenter und aktueller Daten durch Einführung klarer Regeln und Benennung von Data Stewards in jedem Fachbereich.</a:t>
            </a:r>
            <a:endParaRPr lang="en-US" sz="12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ABBACC7A-FF6C-B621-4046-7DA3373D29D1}"/>
              </a:ext>
            </a:extLst>
          </p:cNvPr>
          <p:cNvSpPr/>
          <p:nvPr/>
        </p:nvSpPr>
        <p:spPr>
          <a:xfrm>
            <a:off x="1200272" y="3555841"/>
            <a:ext cx="4791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Kultureller Wandel</a:t>
            </a:r>
            <a:endParaRPr lang="en-US" sz="15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D03066B3-DCDD-8954-C96D-BCDD6CC2F6F0}"/>
              </a:ext>
            </a:extLst>
          </p:cNvPr>
          <p:cNvSpPr/>
          <p:nvPr/>
        </p:nvSpPr>
        <p:spPr>
          <a:xfrm>
            <a:off x="1200272" y="3860641"/>
            <a:ext cx="47910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traditioneller Ingenieure in der Produktion mit Data Scientists in Detroit durch Förderung einer Innovationskultur mit Empathie und Prototyping als Kernprinzipien.</a:t>
            </a:r>
            <a:endParaRPr lang="en-US" sz="12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DB73BD92-E5C9-0794-C38F-A4665FB17106}"/>
              </a:ext>
            </a:extLst>
          </p:cNvPr>
          <p:cNvSpPr/>
          <p:nvPr/>
        </p:nvSpPr>
        <p:spPr>
          <a:xfrm>
            <a:off x="1152647" y="5003641"/>
            <a:ext cx="4838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Monetarisierung</a:t>
            </a:r>
            <a:endParaRPr lang="en-US" sz="15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DBF951BA-DCBB-B051-14FA-2639A8B6A750}"/>
              </a:ext>
            </a:extLst>
          </p:cNvPr>
          <p:cNvSpPr/>
          <p:nvPr/>
        </p:nvSpPr>
        <p:spPr>
          <a:xfrm>
            <a:off x="1152647" y="5308441"/>
            <a:ext cx="48387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 helfen, den Return on Investment (ROI) datenbasieter Services zu verstehen, durch nachweisbare Energieeinsparungen oder erhöhte Verfügbarkeit.</a:t>
            </a:r>
            <a:endParaRPr lang="en-US" sz="12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F7797F09-3938-BCD9-A011-A82B71AA0856}"/>
              </a:ext>
            </a:extLst>
          </p:cNvPr>
          <p:cNvSpPr/>
          <p:nvPr/>
        </p:nvSpPr>
        <p:spPr>
          <a:xfrm>
            <a:off x="6619997" y="1498441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Chancen</a:t>
            </a:r>
            <a:endParaRPr lang="en-US" sz="18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1F08E24-081E-F531-7E6E-EFF8A517B2E3}"/>
              </a:ext>
            </a:extLst>
          </p:cNvPr>
          <p:cNvSpPr/>
          <p:nvPr/>
        </p:nvSpPr>
        <p:spPr>
          <a:xfrm>
            <a:off x="6877172" y="2184241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Strategischer Lock-in-Effekt</a:t>
            </a:r>
            <a:endParaRPr lang="en-US" sz="18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4A8257FC-D81E-2045-83BA-55977CAC921C}"/>
              </a:ext>
            </a:extLst>
          </p:cNvPr>
          <p:cNvSpPr/>
          <p:nvPr/>
        </p:nvSpPr>
        <p:spPr>
          <a:xfrm>
            <a:off x="6600947" y="2603341"/>
            <a:ext cx="51435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railTRACK kontrolliert die Betriebssysteme der Züge und liefert audit-sichere ESG-Nachweise, was Wechsel zur Konkurrenz für Kunden erheblich erschwert.</a:t>
            </a:r>
            <a:endParaRPr lang="en-US" sz="135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78FC3856-14C4-C6E8-78C9-238C30AD4F40}"/>
              </a:ext>
            </a:extLst>
          </p:cNvPr>
          <p:cNvSpPr/>
          <p:nvPr/>
        </p:nvSpPr>
        <p:spPr>
          <a:xfrm>
            <a:off x="6715247" y="3670141"/>
            <a:ext cx="49149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"Indem railTRACK die Betriebssysteme der Züge kontrolliert und audit-sichere ESG-Nachweise liefert, wird ein Wechsel zur Konkurrenz für die Kunden erheblich erschwert." - Schmitz (2025)</a:t>
            </a:r>
            <a:endParaRPr lang="en-US" sz="12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2D98CA3-A23D-9B2A-264B-35FB5BD010EE}"/>
              </a:ext>
            </a:extLst>
          </p:cNvPr>
          <p:cNvSpPr/>
          <p:nvPr/>
        </p:nvSpPr>
        <p:spPr>
          <a:xfrm>
            <a:off x="6867647" y="5117941"/>
            <a:ext cx="15451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Erlösmodelle</a:t>
            </a:r>
            <a:endParaRPr lang="en-US" sz="12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1A1BB0BF-B543-3138-55B6-B3A3FEE4E9F6}"/>
              </a:ext>
            </a:extLst>
          </p:cNvPr>
          <p:cNvSpPr/>
          <p:nvPr/>
        </p:nvSpPr>
        <p:spPr>
          <a:xfrm>
            <a:off x="9744197" y="5117941"/>
            <a:ext cx="16873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Marktanteilsicherung</a:t>
            </a:r>
            <a:endParaRPr lang="en-US" sz="12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ABEBCED-7E67-B10E-B2B1-2D62BB09663B}"/>
              </a:ext>
            </a:extLst>
          </p:cNvPr>
          <p:cNvSpPr/>
          <p:nvPr/>
        </p:nvSpPr>
        <p:spPr>
          <a:xfrm>
            <a:off x="6924797" y="5879941"/>
            <a:ext cx="1941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Technologieführerschaft</a:t>
            </a:r>
            <a:endParaRPr lang="en-US" sz="12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55688C74-C14D-4DF1-45AE-DD86A6DD88E9}"/>
              </a:ext>
            </a:extLst>
          </p:cNvPr>
          <p:cNvSpPr/>
          <p:nvPr/>
        </p:nvSpPr>
        <p:spPr>
          <a:xfrm>
            <a:off x="9801347" y="5879941"/>
            <a:ext cx="19320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Kundenbindung stärken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800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F915A7-A357-B5C8-C3AB-4380705E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Roadmap zur Marktführerschaft – </a:t>
            </a:r>
            <a:r>
              <a:rPr lang="de-CH" dirty="0" err="1"/>
              <a:t>RailCANNet</a:t>
            </a:r>
            <a:r>
              <a:rPr lang="de-CH" dirty="0"/>
              <a:t> als nächste Initiative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21DFFE-D6C6-7E83-7F42-4B6EFC71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99FCD8-F340-CDAB-DA49-7FB798AA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4E467-C06D-4A7A-98D0-E1E00465E11C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8F364AB-43D2-A4A2-6D61-214B298992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91A105-BC8F-B14D-B2BE-21AB98562C05}" type="datetime4">
              <a:rPr lang="de-CH" smtClean="0"/>
              <a:t>8. Dezember 2025</a:t>
            </a:fld>
            <a:endParaRPr lang="de-CH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E533370F-8270-61FE-09F2-2644EAA9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90688"/>
            <a:ext cx="11239500" cy="806069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9026301A-ED5D-F432-8572-1CCCCA780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649157"/>
            <a:ext cx="3657600" cy="2324100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5366B39B-F750-1649-4FB8-DA3CBE8A7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830132"/>
            <a:ext cx="171450" cy="190500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AF21349A-6495-AA27-DC09-2B2AD7C87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649157"/>
            <a:ext cx="3657600" cy="232410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420F8D2C-DC3E-24EF-8831-E4B9EE4C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830132"/>
            <a:ext cx="171450" cy="1905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251A0AD1-7ED5-76C1-20FF-C2E7785CD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2649157"/>
            <a:ext cx="3657600" cy="232410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5F202811-2ED1-96B0-9732-75AEB689A8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5125657"/>
            <a:ext cx="11430000" cy="8763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5153E371-B812-C04E-8AD2-A16290B6C4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316157"/>
            <a:ext cx="533400" cy="533400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25293978-4078-A869-12F8-7FD124DAA1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430457"/>
            <a:ext cx="228600" cy="30480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24E1ED82-9D10-76E5-30D7-7F6E1F753CF9}"/>
              </a:ext>
            </a:extLst>
          </p:cNvPr>
          <p:cNvSpPr/>
          <p:nvPr/>
        </p:nvSpPr>
        <p:spPr>
          <a:xfrm>
            <a:off x="781050" y="2801557"/>
            <a:ext cx="4023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Kurzfristig (1-2 Jahre)</a:t>
            </a:r>
            <a:endParaRPr lang="en-US" sz="15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1992CD7-A070-5CAF-5FB5-F1E4DB251FE9}"/>
              </a:ext>
            </a:extLst>
          </p:cNvPr>
          <p:cNvSpPr/>
          <p:nvPr/>
        </p:nvSpPr>
        <p:spPr>
          <a:xfrm>
            <a:off x="571500" y="3144457"/>
            <a:ext cx="3314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Vollständige Implementierung des Data Lakes</a:t>
            </a:r>
            <a:endParaRPr lang="en-US" sz="13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23E8D17-4014-D2EA-995C-FACA3A00F4FF}"/>
              </a:ext>
            </a:extLst>
          </p:cNvPr>
          <p:cNvSpPr/>
          <p:nvPr/>
        </p:nvSpPr>
        <p:spPr>
          <a:xfrm>
            <a:off x="571500" y="3715957"/>
            <a:ext cx="3314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Etablierung KI-Anwendungen für Predictive Maintenance</a:t>
            </a:r>
            <a:endParaRPr lang="en-US" sz="13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2145A75-B7E9-8D72-485A-1D602C99B720}"/>
              </a:ext>
            </a:extLst>
          </p:cNvPr>
          <p:cNvSpPr/>
          <p:nvPr/>
        </p:nvSpPr>
        <p:spPr>
          <a:xfrm>
            <a:off x="571500" y="4287457"/>
            <a:ext cx="3977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Gründung interdisziplinärer Teams</a:t>
            </a:r>
            <a:endParaRPr lang="en-US" sz="13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0DAD58B-BAF9-2B5F-DBB8-B1E84F1F67EE}"/>
              </a:ext>
            </a:extLst>
          </p:cNvPr>
          <p:cNvSpPr/>
          <p:nvPr/>
        </p:nvSpPr>
        <p:spPr>
          <a:xfrm>
            <a:off x="4667250" y="2801557"/>
            <a:ext cx="4023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Mittelfristig (3-5 Jahre)</a:t>
            </a:r>
            <a:endParaRPr lang="en-US" sz="15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968E6D5-0211-47F3-487E-9BCE711DBFEB}"/>
              </a:ext>
            </a:extLst>
          </p:cNvPr>
          <p:cNvSpPr/>
          <p:nvPr/>
        </p:nvSpPr>
        <p:spPr>
          <a:xfrm>
            <a:off x="4457700" y="3144457"/>
            <a:ext cx="3977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Ausbau der "NeuroRail Orchestrator"</a:t>
            </a:r>
            <a:endParaRPr lang="en-US" sz="13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EE7B4DB-DB45-547C-B0C7-D0A56BC10662}"/>
              </a:ext>
            </a:extLst>
          </p:cNvPr>
          <p:cNvSpPr/>
          <p:nvPr/>
        </p:nvSpPr>
        <p:spPr>
          <a:xfrm>
            <a:off x="4457700" y="3449257"/>
            <a:ext cx="3977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Erweiterung des Serviceportfolios</a:t>
            </a:r>
            <a:endParaRPr lang="en-US" sz="135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D7569822-8E81-4A4E-B109-16F906930AD7}"/>
              </a:ext>
            </a:extLst>
          </p:cNvPr>
          <p:cNvSpPr/>
          <p:nvPr/>
        </p:nvSpPr>
        <p:spPr>
          <a:xfrm>
            <a:off x="4457700" y="3754057"/>
            <a:ext cx="3977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von IoT-Daten in Echtzeit</a:t>
            </a:r>
            <a:endParaRPr lang="en-US" sz="13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1FBC4B5-6627-235E-BEC4-88EC417933C7}"/>
              </a:ext>
            </a:extLst>
          </p:cNvPr>
          <p:cNvSpPr/>
          <p:nvPr/>
        </p:nvSpPr>
        <p:spPr>
          <a:xfrm>
            <a:off x="8382000" y="2801557"/>
            <a:ext cx="4023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Langfristig (&gt;5 Jahre)</a:t>
            </a:r>
            <a:endParaRPr lang="en-US" sz="15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D87B084-2E42-E3C2-D035-DE83DC106DB6}"/>
              </a:ext>
            </a:extLst>
          </p:cNvPr>
          <p:cNvSpPr/>
          <p:nvPr/>
        </p:nvSpPr>
        <p:spPr>
          <a:xfrm>
            <a:off x="8343900" y="3144457"/>
            <a:ext cx="3314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Deep Learning Ansätze wie RailCANet</a:t>
            </a:r>
            <a:endParaRPr lang="en-US" sz="13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9CBF5FD-C92A-08F4-B675-014473C17466}"/>
              </a:ext>
            </a:extLst>
          </p:cNvPr>
          <p:cNvSpPr/>
          <p:nvPr/>
        </p:nvSpPr>
        <p:spPr>
          <a:xfrm>
            <a:off x="8343900" y="3715957"/>
            <a:ext cx="3314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"railway context-aware neural architecture"</a:t>
            </a:r>
            <a:endParaRPr lang="en-US" sz="13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9312222-A4CD-9493-2255-54C3C90C7898}"/>
              </a:ext>
            </a:extLst>
          </p:cNvPr>
          <p:cNvSpPr/>
          <p:nvPr/>
        </p:nvSpPr>
        <p:spPr>
          <a:xfrm>
            <a:off x="8343900" y="4287457"/>
            <a:ext cx="3314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auf nächste Stufe</a:t>
            </a:r>
            <a:endParaRPr lang="en-US" sz="13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B8F8920-75A9-0745-D6A7-6BEB464CE04C}"/>
              </a:ext>
            </a:extLst>
          </p:cNvPr>
          <p:cNvSpPr/>
          <p:nvPr/>
        </p:nvSpPr>
        <p:spPr>
          <a:xfrm>
            <a:off x="1219200" y="5278057"/>
            <a:ext cx="111685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RailCANet: Die nächste Generation der Predictive Maintenance</a:t>
            </a:r>
            <a:endParaRPr lang="en-US" sz="15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643C7129-5D04-C0D2-765D-8FF4F07BCFB5}"/>
              </a:ext>
            </a:extLst>
          </p:cNvPr>
          <p:cNvSpPr/>
          <p:nvPr/>
        </p:nvSpPr>
        <p:spPr>
          <a:xfrm>
            <a:off x="1219200" y="5582857"/>
            <a:ext cx="111685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RailCANet ist ein fortschrittlicher Deep Learning Ansatz, der railTRACK die nächste Stufe der Technologie erklimmen lässt.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5578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FHS_colors">
      <a:dk1>
        <a:srgbClr val="000000"/>
      </a:dk1>
      <a:lt1>
        <a:srgbClr val="FFFFFF"/>
      </a:lt1>
      <a:dk2>
        <a:srgbClr val="686868"/>
      </a:dk2>
      <a:lt2>
        <a:srgbClr val="B3B2B2"/>
      </a:lt2>
      <a:accent1>
        <a:srgbClr val="D50006"/>
      </a:accent1>
      <a:accent2>
        <a:srgbClr val="AE1F3E"/>
      </a:accent2>
      <a:accent3>
        <a:srgbClr val="7D0A52"/>
      </a:accent3>
      <a:accent4>
        <a:srgbClr val="502479"/>
      </a:accent4>
      <a:accent5>
        <a:srgbClr val="686868"/>
      </a:accent5>
      <a:accent6>
        <a:srgbClr val="B3B2B2"/>
      </a:accent6>
      <a:hlink>
        <a:srgbClr val="502479"/>
      </a:hlink>
      <a:folHlink>
        <a:srgbClr val="7D0A5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-praesentation-16-9 c" id="{E924F0E4-FB76-7140-86B0-09A037EFE1FF}" vid="{3A6657EA-E79A-4149-B60E-7B983708465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umUhrzeit xmlns="c3a65647-9327-4fff-b3fd-02f86f78a62b" xsi:nil="true"/>
    <Thumbnail xmlns="c3a65647-9327-4fff-b3fd-02f86f78a62b" xsi:nil="true"/>
    <TaxCatchAll xmlns="7a9f2cd2-5d24-4f2b-91d4-0c393d391bab" xsi:nil="true"/>
    <lcf76f155ced4ddcb4097134ff3c332f xmlns="c3a65647-9327-4fff-b3fd-02f86f78a62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BB8C76EE6BBB4A921D393E6336E877" ma:contentTypeVersion="17" ma:contentTypeDescription="Ein neues Dokument erstellen." ma:contentTypeScope="" ma:versionID="395a3c60606449cee81bea0944d02073">
  <xsd:schema xmlns:xsd="http://www.w3.org/2001/XMLSchema" xmlns:xs="http://www.w3.org/2001/XMLSchema" xmlns:p="http://schemas.microsoft.com/office/2006/metadata/properties" xmlns:ns2="c3a65647-9327-4fff-b3fd-02f86f78a62b" xmlns:ns3="7a9f2cd2-5d24-4f2b-91d4-0c393d391bab" targetNamespace="http://schemas.microsoft.com/office/2006/metadata/properties" ma:root="true" ma:fieldsID="70a7b67df4b745a9da73fc9d0ddf517a" ns2:_="" ns3:_="">
    <xsd:import namespace="c3a65647-9327-4fff-b3fd-02f86f78a62b"/>
    <xsd:import namespace="7a9f2cd2-5d24-4f2b-91d4-0c393d391b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DatumUhrzeit" minOccurs="0"/>
                <xsd:element ref="ns2:Thumbnail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a65647-9327-4fff-b3fd-02f86f78a6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DatumUhrzeit" ma:index="18" nillable="true" ma:displayName="Datum &amp; Uhrzeit" ma:format="DateOnly" ma:internalName="DatumUhrzeit">
      <xsd:simpleType>
        <xsd:restriction base="dms:DateTime"/>
      </xsd:simpleType>
    </xsd:element>
    <xsd:element name="Thumbnail" ma:index="19" nillable="true" ma:displayName="Thumbnail" ma:format="Dropdown" ma:internalName="Thumbnail">
      <xsd:simpleType>
        <xsd:restriction base="dms:Text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7145e5ed-54b6-480a-98cd-f3ec151971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f2cd2-5d24-4f2b-91d4-0c393d391ba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86ab5ce-b82a-4390-9c15-1afa8c8ba515}" ma:internalName="TaxCatchAll" ma:showField="CatchAllData" ma:web="7a9f2cd2-5d24-4f2b-91d4-0c393d391b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14F7C7-F049-4393-B9F9-67E6C86B1B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D9996-D5EE-4BF5-AC1A-788E3964FB04}">
  <ds:schemaRefs>
    <ds:schemaRef ds:uri="http://schemas.microsoft.com/office/2006/metadata/properties"/>
    <ds:schemaRef ds:uri="http://purl.org/dc/elements/1.1/"/>
    <ds:schemaRef ds:uri="http://purl.org/dc/terms/"/>
    <ds:schemaRef ds:uri="7a9f2cd2-5d24-4f2b-91d4-0c393d391bab"/>
    <ds:schemaRef ds:uri="http://purl.org/dc/dcmitype/"/>
    <ds:schemaRef ds:uri="http://schemas.microsoft.com/office/2006/documentManagement/types"/>
    <ds:schemaRef ds:uri="c3a65647-9327-4fff-b3fd-02f86f78a62b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2909E12-2F2B-475E-B52C-B1D518B1A7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a65647-9327-4fff-b3fd-02f86f78a62b"/>
    <ds:schemaRef ds:uri="7a9f2cd2-5d24-4f2b-91d4-0c393d391b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vorlage-praesentation-16-9</Template>
  <TotalTime>0</TotalTime>
  <Words>1766</Words>
  <Application>Microsoft Office PowerPoint</Application>
  <PresentationFormat>Breitbild</PresentationFormat>
  <Paragraphs>281</Paragraphs>
  <Slides>13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Outfit</vt:lpstr>
      <vt:lpstr>Wingdings</vt:lpstr>
      <vt:lpstr>Office</vt:lpstr>
      <vt:lpstr>Datengetriebene Unternehmensentwicklung bei railTRACK</vt:lpstr>
      <vt:lpstr>Agenda</vt:lpstr>
      <vt:lpstr>Vision &amp; Initiative</vt:lpstr>
      <vt:lpstr>Herausforderung – Die Notwendigkeit zum proaktiven Handeln</vt:lpstr>
      <vt:lpstr>Das digitale Gehirn – Data Lake als strategische Initiative</vt:lpstr>
      <vt:lpstr>Data Lake Architektur</vt:lpstr>
      <vt:lpstr>Der Innovationsmotor – Predictive Maintenance</vt:lpstr>
      <vt:lpstr>KI-Initiative – Von reaktiv zu proaktiv</vt:lpstr>
      <vt:lpstr>Service-Initiative A – NeuroRail Orchestrator</vt:lpstr>
      <vt:lpstr>Service-Initiative B – Green Ledger Certification</vt:lpstr>
      <vt:lpstr>Geschäftsmodell-Initiative – Proaktive Wertschöpfung</vt:lpstr>
      <vt:lpstr>Proaktives Management - Herausforderungen &amp; Chancen </vt:lpstr>
      <vt:lpstr>Roadmap zur Marktführerschaft – RailCANNet als nächste Initiative</vt:lpstr>
    </vt:vector>
  </TitlesOfParts>
  <Manager/>
  <Company/>
  <LinksUpToDate>false</LinksUpToDate>
  <SharedDoc>false</SharedDoc>
  <HyperlinkBase>FFHS Vorlagen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Bias-Erkennung in Datensätzen mit Firness Metriken</dc:title>
  <dc:subject/>
  <dc:creator>Philippe Bohny</dc:creator>
  <cp:keywords/>
  <dc:description/>
  <cp:lastModifiedBy>Philippe Bohny</cp:lastModifiedBy>
  <cp:revision>1</cp:revision>
  <dcterms:created xsi:type="dcterms:W3CDTF">2025-03-29T12:23:19Z</dcterms:created>
  <dcterms:modified xsi:type="dcterms:W3CDTF">2025-12-08T19:55:27Z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0x01010029BB8C76EE6BBB4A921D393E6336E877</vt:lpwstr>
  </property>
</Properties>
</file>